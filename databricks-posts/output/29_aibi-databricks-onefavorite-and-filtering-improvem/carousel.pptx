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Favorites &amp; Filters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assets as favorites in Databricks One with a star icon. Navigate to favorited content easily.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Improved organization streamlines data discovery and enhances team productivity.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the star next to asset names. Filter by favorite or certified status on listing pages.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Favorites &amp; Filters</dc:title>
  <dc:subject>PptxGenJS Presentation</dc:subject>
  <dc:creator>Ust. does. tech</dc:creator>
  <cp:lastModifiedBy>Ust. does. tech</cp:lastModifiedBy>
  <cp:revision>1</cp:revision>
  <dcterms:created xsi:type="dcterms:W3CDTF">2026-02-10T13:39:21Z</dcterms:created>
  <dcterms:modified xsi:type="dcterms:W3CDTF">2026-02-10T13:39:21Z</dcterms:modified>
</cp:coreProperties>
</file>