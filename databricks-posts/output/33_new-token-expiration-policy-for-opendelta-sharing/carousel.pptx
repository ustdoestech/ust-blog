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token expiration policy for openDelta Sharingâ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8, 2025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newDelta Sharingopen sharing recipient tokens are issued with a maximum expiration of one year from the date of creation. Tokens with an expiration period long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token expiration policy for openDelta Sharingâ</dc:title>
  <dc:subject>PptxGenJS Presentation</dc:subject>
  <dc:creator>Ust @ Advancing Analytics</dc:creator>
  <cp:lastModifiedBy>Ust @ Advancing Analytics</cp:lastModifiedBy>
  <cp:revision>1</cp:revision>
  <dcterms:created xsi:type="dcterms:W3CDTF">2026-02-09T14:43:17Z</dcterms:created>
  <dcterms:modified xsi:type="dcterms:W3CDTF">2026-02-09T14:43:17Z</dcterms:modified>
</cp:coreProperties>
</file>