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 Data Management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Pivot tables at full width, image rendering in pivot tables, and dark mode scrollbar visibility.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Empowers teams to work smarter with increased download limits and tooltip encodings on charts.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your Databricks workspace and explore the Dashboard.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Data Management</dc:title>
  <dc:subject>PptxGenJS Presentation</dc:subject>
  <dc:creator>Ust. does. tech</dc:creator>
  <cp:lastModifiedBy>Ust. does. tech</cp:lastModifiedBy>
  <cp:revision>1</cp:revision>
  <dcterms:created xsi:type="dcterms:W3CDTF">2026-02-10T13:22:17Z</dcterms:created>
  <dcterms:modified xsi:type="dcterms:W3CDTF">2026-02-10T13:22:17Z</dcterms:modified>
</cp:coreProperties>
</file>