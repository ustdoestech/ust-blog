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[AI/BI] Improved Dashboard Navigation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Thicker scroll bar for dashboard navigation, expanded title character limit, configurable pivot table header height.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Easier navigation and better data visualization for data teams.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out the new text widget markdown tables in your dashboards.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[AI/BI] Improved Dashboard Navigation</dc:title>
  <dc:subject>PptxGenJS Presentation</dc:subject>
  <dc:creator>Ust. does. tech</dc:creator>
  <cp:lastModifiedBy>Ust. does. tech</cp:lastModifiedBy>
  <cp:revision>1</cp:revision>
  <dcterms:created xsi:type="dcterms:W3CDTF">2026-02-10T13:38:06Z</dcterms:created>
  <dcterms:modified xsi:type="dcterms:W3CDTF">2026-02-10T13:38:06Z</dcterms:modified>
</cp:coreProperties>
</file>