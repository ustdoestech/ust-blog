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Compute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node types allow Databricks to automatically switch to compatible instance types during compute launches when specified instances are unavailable.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improves compute launch reliability by reducing capacity failures, ensuring your data workflows run smoothly.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create or update a cluster with flexible node types enabled. Databricks handles the rest!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Flexible Compute</dc:title>
  <dc:subject>PptxGenJS Presentation</dc:subject>
  <dc:creator>Ust @ Advancing Analytics</dc:creator>
  <cp:lastModifiedBy>Ust @ Advancing Analytics</cp:lastModifiedBy>
  <cp:revision>1</cp:revision>
  <dcterms:created xsi:type="dcterms:W3CDTF">2026-02-09T14:17:08Z</dcterms:created>
  <dcterms:modified xsi:type="dcterms:W3CDTF">2026-02-09T14:17:08Z</dcterms:modified>
</cp:coreProperties>
</file>