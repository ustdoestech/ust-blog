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 warehouse activity details (Beta)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5, 2026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view detailed annotations on theRunning clusterschart in the SQL warehouse monitoring UI to understand why warehouses remain active. TheActivity detail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effort and improves efficiency for data teams working at scale.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 in your Databricks workspace. Check the release notes for setup details.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View warehouse activity details (Beta)</dc:title>
  <dc:subject>PptxGenJS Presentation</dc:subject>
  <dc:creator>Ust @ Advancing Analytics</dc:creator>
  <cp:lastModifiedBy>Ust @ Advancing Analytics</cp:lastModifiedBy>
  <cp:revision>1</cp:revision>
  <dcterms:created xsi:type="dcterms:W3CDTF">2026-02-09T15:27:42Z</dcterms:created>
  <dcterms:modified xsi:type="dcterms:W3CDTF">2026-02-09T15:27:42Z</dcterms:modified>
</cp:coreProperties>
</file>