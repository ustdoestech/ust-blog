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Revolutionize NLP with GPT-5.2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AI Model Serving now hosts OpenAIGPT-5.2 on Databricks.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advanced NLP capabilities using Foundation Model APIs on a pay-per-token basis.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Mosaic and leverage GPT-5.2 for your next big project!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Revolutionize NLP with GPT-5.2</dc:title>
  <dc:subject>PptxGenJS Presentation</dc:subject>
  <dc:creator>Ust @ Advancing Analytics</dc:creator>
  <cp:lastModifiedBy>Ust @ Advancing Analytics</cp:lastModifiedBy>
  <cp:revision>1</cp:revision>
  <dcterms:created xsi:type="dcterms:W3CDTF">2026-02-09T14:25:47Z</dcterms:created>
  <dcterms:modified xsi:type="dcterms:W3CDTF">2026-02-09T14:25:47Z</dcterms:modified>
</cp:coreProperties>
</file>