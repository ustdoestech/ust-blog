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 Your Databricks Workflows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Beta versions of Databricks Runtime 18.0 and Databricks Runtime 18.0 ML, powered by Apache Spark 4.0.0.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efficiency, performance, and offers new features for jobs and streaming.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the Beta releases in your Databricks workspace today!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 Your Databricks Workflows</dc:title>
  <dc:subject>PptxGenJS Presentation</dc:subject>
  <dc:creator>Ust @ Advancing Analytics</dc:creator>
  <cp:lastModifiedBy>Ust @ Advancing Analytics</cp:lastModifiedBy>
  <cp:revision>1</cp:revision>
  <dcterms:created xsi:type="dcterms:W3CDTF">2026-02-09T14:40:12Z</dcterms:created>
  <dcterms:modified xsi:type="dcterms:W3CDTF">2026-02-09T14:40:12Z</dcterms:modified>
</cp:coreProperties>
</file>