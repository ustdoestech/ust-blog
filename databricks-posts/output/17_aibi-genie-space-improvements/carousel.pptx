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Enhanced Genie Space Usability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credentials are now embedded for all users of a Genie space, and column lists in the Configure tab are paginated.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usability, especially for large tables with many columns.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to attached warehouses in Genie spaces will automatically embed new compute credentials. Pagination is enabled by default for all column lists.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Enhanced Genie Space Usability</dc:title>
  <dc:subject>PptxGenJS Presentation</dc:subject>
  <dc:creator>Ust @ Advancing Analytics</dc:creator>
  <cp:lastModifiedBy>Ust @ Advancing Analytics</cp:lastModifiedBy>
  <cp:revision>1</cp:revision>
  <dcterms:created xsi:type="dcterms:W3CDTF">2026-02-09T15:42:55Z</dcterms:created>
  <dcterms:modified xsi:type="dcterms:W3CDTF">2026-02-09T15:42:55Z</dcterms:modified>
</cp:coreProperties>
</file>