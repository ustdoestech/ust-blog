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2286000" cy="2743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73152"/>
            <a:ext cx="2286000" cy="2743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73152"/>
            <a:ext cx="2286000" cy="27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4A7C6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AI-driven dashboard automation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Parameterized dashboard tasks allow job parameters to dynamically set dashboard filter values at runtime.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A6E6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A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Efficiently manage multiple dashboards with a single job update, reducing manual repetition for your data team.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4A7C6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4A7C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 parameterized dashboard tasks in your Databricks workspace.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Ust</a:t>
            </a:r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pPr algn="ctr" indent="0" marL="0">
              <a:buNone/>
            </a:pPr>
            <a:r>
              <a:rPr lang="en-US" sz="14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dashboard automation</dc:title>
  <dc:subject>PptxGenJS Presentation</dc:subject>
  <dc:creator>Ust. does. tech</dc:creator>
  <cp:lastModifiedBy>Ust. does. tech</cp:lastModifiedBy>
  <cp:revision>1</cp:revision>
  <dcterms:created xsi:type="dcterms:W3CDTF">2026-02-10T13:14:40Z</dcterms:created>
  <dcterms:modified xsi:type="dcterms:W3CDTF">2026-02-10T13:14:40Z</dcterms:modified>
</cp:coreProperties>
</file>