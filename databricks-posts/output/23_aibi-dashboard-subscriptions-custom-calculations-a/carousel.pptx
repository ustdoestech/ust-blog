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[AI/BI] Dashboard enhancements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calculation references, cumulative totals on stacked bar charts, improved tooltips, fixed static widget filter drop-down menu values, and fixed text widget character limit error message.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updates make data dashboards more efficient, user-friendly, and informative for data teams.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exploring these features in your next Databricks project. Happy dashboarding!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[AI/BI] Dashboard enhancements</dc:title>
  <dc:subject>PptxGenJS Presentation</dc:subject>
  <dc:creator>Ust. does. tech</dc:creator>
  <cp:lastModifiedBy>Ust. does. tech</cp:lastModifiedBy>
  <cp:revision>1</cp:revision>
  <dcterms:created xsi:type="dcterms:W3CDTF">2026-02-10T13:28:08Z</dcterms:created>
  <dcterms:modified xsi:type="dcterms:W3CDTF">2026-02-10T13:28:08Z</dcterms:modified>
</cp:coreProperties>
</file>