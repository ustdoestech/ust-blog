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Improved Lineage &amp; Matching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Genie features for lineage and entity matching.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data dependency tracking and ensures data quality.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bulk actions, discover spaces in Unity Catalog lineage.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Improved Lineage &amp; Matching</dc:title>
  <dc:subject>PptxGenJS Presentation</dc:subject>
  <dc:creator>Ust @ Advancing Analytics</dc:creator>
  <cp:lastModifiedBy>Ust @ Advancing Analytics</cp:lastModifiedBy>
  <cp:revision>1</cp:revision>
  <dcterms:created xsi:type="dcterms:W3CDTF">2026-02-09T15:53:13Z</dcterms:created>
  <dcterms:modified xsi:type="dcterms:W3CDTF">2026-02-09T15:53:13Z</dcterms:modified>
</cp:coreProperties>
</file>