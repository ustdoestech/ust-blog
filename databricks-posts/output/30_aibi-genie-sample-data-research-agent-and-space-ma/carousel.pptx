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Genie improvements for data teams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sample data, Research Agent starter questions (Beta), landing page redesign, correct benchmark execution, and space manager feedback management.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Enhances usability and efficiency for data teams working with Genie spaces on Databricks.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new features in your workspace or attend a workshop to get started.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Genie improvements for data teams</dc:title>
  <dc:subject>PptxGenJS Presentation</dc:subject>
  <dc:creator>Ust. does. tech</dc:creator>
  <cp:lastModifiedBy>Ust. does. tech</cp:lastModifiedBy>
  <cp:revision>1</cp:revision>
  <dcterms:created xsi:type="dcterms:W3CDTF">2026-02-10T13:42:47Z</dcterms:created>
  <dcterms:modified xsi:type="dcterms:W3CDTF">2026-02-10T13:42:47Z</dcterms:modified>
</cp:coreProperties>
</file>