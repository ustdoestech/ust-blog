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 your Datasets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modify ETL and ingestion pipelines using row filters, columns masks, table and column tags, column comments, and table comments.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data cleanliness and organization in your data ecosystems for better collaboration and analytics.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CREATE, ALTER, or the Lakeflow UI to modify pipelines with ALTER STREAMING TABLE and ALTER MATERIALIZED VIEW. Learn more about using ALTER with pipeline datasets.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 your Datasets</dc:title>
  <dc:subject>PptxGenJS Presentation</dc:subject>
  <dc:creator>Ust @ Advancing Analytics</dc:creator>
  <cp:lastModifiedBy>Ust @ Advancing Analytics</cp:lastModifiedBy>
  <cp:revision>1</cp:revision>
  <dcterms:created xsi:type="dcterms:W3CDTF">2026-02-09T15:23:09Z</dcterms:created>
  <dcterms:modified xsi:type="dcterms:W3CDTF">2026-02-09T15:23:09Z</dcterms:modified>
</cp:coreProperties>
</file>