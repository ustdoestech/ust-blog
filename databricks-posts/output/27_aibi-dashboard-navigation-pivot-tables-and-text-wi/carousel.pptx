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[AI/BI] Dashboard navigation, pivot tables, and 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15, 2026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navigation scroll bar: The horizontal scroll bar to navigate between dashboard pages is now thicker.Dashboard title character limit: Dashboard title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Dashboard navigation, pivot tables, and te</dc:title>
  <dc:subject>PptxGenJS Presentation</dc:subject>
  <dc:creator>Ust @ Advancing Analytics</dc:creator>
  <cp:lastModifiedBy>Ust @ Advancing Analytics</cp:lastModifiedBy>
  <cp:revision>1</cp:revision>
  <dcterms:created xsi:type="dcterms:W3CDTF">2026-02-09T16:00:43Z</dcterms:created>
  <dcterms:modified xsi:type="dcterms:W3CDTF">2026-02-09T16:00:43Z</dcterms:modified>
</cp:coreProperties>
</file>