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 Integration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Jira connector enables data ingestion of issues, comments, and attachments metadata into Databricks through Lakeflow Connect.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project efficiency by integrating data between development tools and analytics platforms.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Jira integration to start pulling data into your Databricks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Integration</dc:title>
  <dc:subject>PptxGenJS Presentation</dc:subject>
  <dc:creator>Ust @ Advancing Analytics</dc:creator>
  <cp:lastModifiedBy>Ust @ Advancing Analytics</cp:lastModifiedBy>
  <cp:revision>1</cp:revision>
  <dcterms:created xsi:type="dcterms:W3CDTF">2026-02-09T14:32:49Z</dcterms:created>
  <dcterms:modified xsi:type="dcterms:W3CDTF">2026-02-09T14:32:49Z</dcterms:modified>
</cp:coreProperties>
</file>