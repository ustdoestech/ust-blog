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Genie &amp; Databricks Assistant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Genie and Databricks Assistant are now GA on AWS GovCloud, providing AI-powered automation for data teams in highly regulated environments.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empowers teams to optimise resources, maintain compliance, and enhance workflow efficiency without sacrificing speed or flexibility.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Familiarise yourself with the AWS GovCloud infrastructure specifics. Leverage the interfaces of Genie and Databricks Assistant to configure your workspace and begin automating your workflows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Genie &amp; Databricks Assistant</dc:title>
  <dc:subject>PptxGenJS Presentation</dc:subject>
  <dc:creator>Ust. does. tech</dc:creator>
  <cp:lastModifiedBy>Ust. does. tech</cp:lastModifiedBy>
  <cp:revision>1</cp:revision>
  <dcterms:created xsi:type="dcterms:W3CDTF">2026-02-10T13:45:34Z</dcterms:created>
  <dcterms:modified xsi:type="dcterms:W3CDTF">2026-02-10T13:45:34Z</dcterms:modified>
</cp:coreProperties>
</file>