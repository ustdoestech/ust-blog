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Genie Lineage Improvements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Unity Cataloglineage for Genie spaces and bulk actions for entity matching.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Easier data tracking means more time for insights.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by exploring your Genie spaces in Unity Cataloglineage, then make bulk actions for entity matching.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Genie Lineage Improvements</dc:title>
  <dc:subject>PptxGenJS Presentation</dc:subject>
  <dc:creator>Ust. does. tech</dc:creator>
  <cp:lastModifiedBy>Ust. does. tech</cp:lastModifiedBy>
  <cp:revision>1</cp:revision>
  <dcterms:created xsi:type="dcterms:W3CDTF">2026-02-10T13:29:52Z</dcterms:created>
  <dcterms:modified xsi:type="dcterms:W3CDTF">2026-02-10T13:29:52Z</dcterms:modified>
</cp:coreProperties>
</file>