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App Thumbnails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introduces app thumbnail support, allowing customers to upload custom images as the preview image for their apps.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feature simplifies navigation and differentiates apps in a Databricks workspace.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use it, navigate to your app settings and select 'Upload Thumbnail'.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 App Thumbnails</dc:title>
  <dc:subject>PptxGenJS Presentation</dc:subject>
  <dc:creator>Ust. does. tech</dc:creator>
  <cp:lastModifiedBy>Ust. does. tech</cp:lastModifiedBy>
  <cp:revision>1</cp:revision>
  <dcterms:created xsi:type="dcterms:W3CDTF">2026-02-10T13:16:12Z</dcterms:created>
  <dcterms:modified xsi:type="dcterms:W3CDTF">2026-02-10T13:16:12Z</dcterms:modified>
</cp:coreProperties>
</file>