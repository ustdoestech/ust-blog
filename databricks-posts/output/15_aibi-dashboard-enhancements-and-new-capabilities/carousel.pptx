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[AI/BI] Dashboard enhancements and new capabilitie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5, 2026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dashboard tasks: Dashboard tasks in Jobs can now be parameterized, allowing job parameters to dynamically set dashboard filter values at runtime.Work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[AI/BI] Dashboard enhancements and new capabilitie</dc:title>
  <dc:subject>PptxGenJS Presentation</dc:subject>
  <dc:creator>Ust @ Advancing Analytics</dc:creator>
  <cp:lastModifiedBy>Ust @ Advancing Analytics</cp:lastModifiedBy>
  <cp:revision>1</cp:revision>
  <dcterms:created xsi:type="dcterms:W3CDTF">2026-02-09T15:40:23Z</dcterms:created>
  <dcterms:modified xsi:type="dcterms:W3CDTF">2026-02-09T15:40:23Z</dcterms:modified>
</cp:coreProperties>
</file>