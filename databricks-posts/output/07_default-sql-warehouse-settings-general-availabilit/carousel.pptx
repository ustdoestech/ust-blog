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097280"/>
            <a:ext cx="2560320" cy="411480"/>
          </a:xfrm>
          <a:prstGeom prst="roundRect">
            <a:avLst>
              <a:gd name="adj" fmla="val 33333"/>
            </a:avLst>
          </a:prstGeom>
          <a:solidFill>
            <a:srgbClr val="FF362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DATABRICKS UPDATE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760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 SQL Warehouses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56692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learn more 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FFB8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FB8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IT?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FFB84D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default SQL warehouse that's automatically selected across authoring surfaces.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5B8DE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5B8D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DOES IT MATTER?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workflows and boost productivity.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94360" cy="594360"/>
          </a:xfrm>
          <a:prstGeom prst="ellipse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1F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658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00D4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USE IT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760720" cy="4206240"/>
          </a:xfrm>
          <a:prstGeom prst="rect">
            <a:avLst/>
          </a:prstGeom>
          <a:solidFill>
            <a:srgbClr val="262B3D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645920"/>
            <a:ext cx="54864" cy="420624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5029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admin, set workspace default. Users can override with their own defaults.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61264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 this useful?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926080"/>
            <a:ext cx="5760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Repost to help your network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Follow for more Databricks updates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F0F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Drop a comment — what feature excites you?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48640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ustdoes.tech  |  @Ust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6784848"/>
            <a:ext cx="6858000" cy="73152"/>
          </a:xfrm>
          <a:prstGeom prst="rect">
            <a:avLst/>
          </a:prstGeom>
          <a:solidFill>
            <a:srgbClr val="FF362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Default SQL Warehouses</dc:title>
  <dc:subject>PptxGenJS Presentation</dc:subject>
  <dc:creator>Ust @ Advancing Analytics</dc:creator>
  <cp:lastModifiedBy>Ust @ Advancing Analytics</cp:lastModifiedBy>
  <cp:revision>1</cp:revision>
  <dcterms:created xsi:type="dcterms:W3CDTF">2026-02-09T15:26:12Z</dcterms:created>
  <dcterms:modified xsi:type="dcterms:W3CDTF">2026-02-09T15:26:12Z</dcterms:modified>
</cp:coreProperties>
</file>