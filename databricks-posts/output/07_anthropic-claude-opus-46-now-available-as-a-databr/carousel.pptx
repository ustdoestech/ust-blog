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2286000" cy="2743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0" y="73152"/>
            <a:ext cx="2286000" cy="2743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73152"/>
            <a:ext cx="2286000" cy="274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 Claude Opus 4.6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human-like conversation model from Anthropic now available on Databricks.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A6E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A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Offers more natural and nuanced language understanding, ideal for customer service, content generation, etc.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4A7C6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162738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Foundation Model APIs within Databricks to query reasoning models, vision models, or batch inference workloads.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E8E4D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C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Ust</a:t>
            </a:r>
            <a:pPr algn="ctr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B7C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0A6E6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Anthropic Claude Opus 4.6</dc:title>
  <dc:subject>PptxGenJS Presentation</dc:subject>
  <dc:creator>Ust. does. tech</dc:creator>
  <cp:lastModifiedBy>Ust. does. tech</cp:lastModifiedBy>
  <cp:revision>1</cp:revision>
  <dcterms:created xsi:type="dcterms:W3CDTF">2026-02-10T13:00:30Z</dcterms:created>
  <dcterms:modified xsi:type="dcterms:W3CDTF">2026-02-10T13:00:30Z</dcterms:modified>
</cp:coreProperties>
</file>