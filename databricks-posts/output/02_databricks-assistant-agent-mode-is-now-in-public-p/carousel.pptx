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 Data Prep with Assistant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automates data prep tasks like asset retrieval, code generation, error fixing, and visualizing results.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accuracy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Partner-powered AI features, try the Data Science Agent.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 Data Prep with Assistant</dc:title>
  <dc:subject>PptxGenJS Presentation</dc:subject>
  <dc:creator>Ust @ Advancing Analytics</dc:creator>
  <cp:lastModifiedBy>Ust @ Advancing Analytics</cp:lastModifiedBy>
  <cp:revision>1</cp:revision>
  <dcterms:created xsi:type="dcterms:W3CDTF">2026-02-09T13:57:21Z</dcterms:created>
  <dcterms:modified xsi:type="dcterms:W3CDTF">2026-02-09T13:57:21Z</dcterms:modified>
</cp:coreProperties>
</file>