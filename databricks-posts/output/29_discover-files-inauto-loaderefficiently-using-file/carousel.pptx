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Event-powered Auto Loader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way to discover files in Auto Loader using notifications for file events.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efficient and simplified setup of Auto Loader, especially with Unity Catalog.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file events for external locations to get started. Learn more here.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Event-powered Auto Loader</dc:title>
  <dc:subject>PptxGenJS Presentation</dc:subject>
  <dc:creator>Ust @ Advancing Analytics</dc:creator>
  <cp:lastModifiedBy>Ust @ Advancing Analytics</cp:lastModifiedBy>
  <cp:revision>1</cp:revision>
  <dcterms:created xsi:type="dcterms:W3CDTF">2026-02-09T14:37:02Z</dcterms:created>
  <dcterms:modified xsi:type="dcterms:W3CDTF">2026-02-09T14:37:02Z</dcterms:modified>
</cp:coreProperties>
</file>