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Enhanced API, UX for AI/BI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complete result sets up to 1GB with a new API endpoint. Fix chart generation from prompts. Collapsible error messages.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readability, efficient data handling, and user-friendly experience.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new API and UX features in your Databricks workspace today.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API, UX for AI/BI</dc:title>
  <dc:subject>PptxGenJS Presentation</dc:subject>
  <dc:creator>Ust @ Advancing Analytics</dc:creator>
  <cp:lastModifiedBy>Ust @ Advancing Analytics</cp:lastModifiedBy>
  <cp:revision>1</cp:revision>
  <dcterms:created xsi:type="dcterms:W3CDTF">2026-02-09T15:48:07Z</dcterms:created>
  <dcterms:modified xsi:type="dcterms:W3CDTF">2026-02-09T15:48:07Z</dcterms:modified>
</cp:coreProperties>
</file>