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Anomaly Detection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Monitoring Anomaly Detection learns from historical data patterns to detect anomalies at the schema level.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allows for efficient identification and resolution of data quality issues, improving overall data health.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feature at the schema level and let it work its magic. Monitor the consolidated health of all monitored tables in a new UI.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Anomaly Detection</dc:title>
  <dc:subject>PptxGenJS Presentation</dc:subject>
  <dc:creator>Ust @ Advancing Analytics</dc:creator>
  <cp:lastModifiedBy>Ust @ Advancing Analytics</cp:lastModifiedBy>
  <cp:revision>1</cp:revision>
  <dcterms:created xsi:type="dcterms:W3CDTF">2026-02-09T15:36:37Z</dcterms:created>
  <dcterms:modified xsi:type="dcterms:W3CDTF">2026-02-09T15:36:37Z</dcterms:modified>
</cp:coreProperties>
</file>