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Confluence Data Integration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Confluence connector (Beta) allows you to effortlessly ingest data from Confluence spaces, pages, attachments, blogposts, labels, and classification levels into Databricks.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feature streamlines your workflow, reducing manual labor and enabling faster insights for your data teams.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OAuth U2M for Confluence ingestion to get started.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Seamless Confluence Data Integration</dc:title>
  <dc:subject>PptxGenJS Presentation</dc:subject>
  <dc:creator>Ust @ Advancing Analytics</dc:creator>
  <cp:lastModifiedBy>Ust @ Advancing Analytics</cp:lastModifiedBy>
  <cp:revision>1</cp:revision>
  <dcterms:created xsi:type="dcterms:W3CDTF">2026-02-09T14:26:59Z</dcterms:created>
  <dcterms:modified xsi:type="dcterms:W3CDTF">2026-02-09T14:26:59Z</dcterms:modified>
</cp:coreProperties>
</file>