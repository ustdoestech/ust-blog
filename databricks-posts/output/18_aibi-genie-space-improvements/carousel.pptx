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Effortless data workflows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compute credentials and improved pagination for column lists in Genie spaces.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Simplifies navigation of complex tables and makes your data pipelines faster and more efficient.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your warehouse, access paginated lists, tag your spaces.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Effortless data workflows</dc:title>
  <dc:subject>PptxGenJS Presentation</dc:subject>
  <dc:creator>Ust. does. tech</dc:creator>
  <cp:lastModifiedBy>Ust. does. tech</cp:lastModifiedBy>
  <cp:revision>1</cp:revision>
  <dcterms:created xsi:type="dcterms:W3CDTF">2026-02-10T13:18:10Z</dcterms:created>
  <dcterms:modified xsi:type="dcterms:W3CDTF">2026-02-10T13:18:10Z</dcterms:modified>
</cp:coreProperties>
</file>