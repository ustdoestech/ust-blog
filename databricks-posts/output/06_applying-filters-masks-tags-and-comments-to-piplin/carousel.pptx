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Modify Databricks pipelines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filters, masks, tags, and comments to ETL and ingestion pipelines.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 data workflows as swiftly as your team's needs change.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ALTER STREAMING TABLE or ALTER MATERIALIZED VIEW. No code changes required.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Modify Databricks pipelines</dc:title>
  <dc:subject>PptxGenJS Presentation</dc:subject>
  <dc:creator>Ust. does. tech</dc:creator>
  <cp:lastModifiedBy>Ust. does. tech</cp:lastModifiedBy>
  <cp:revision>1</cp:revision>
  <dcterms:created xsi:type="dcterms:W3CDTF">2026-02-10T12:58:27Z</dcterms:created>
  <dcterms:modified xsi:type="dcterms:W3CDTF">2026-02-10T12:58:27Z</dcterms:modified>
</cp:coreProperties>
</file>