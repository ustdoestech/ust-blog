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[AI/BI] Dashboard pivot tables, filters, and data 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8, 2026</a:t>
            </a:r>
            <a:endParaRPr lang="en-US" sz="18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cell copy-paste improvement: JSON objects in table cells now remain expanded when you drag to copy-paste.Parameterized default catalog and schemas: Parameteriz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 effort and improves efficiency for data teams working at scale.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now in your Databricks workspace. Check the release notes for setup details.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[AI/BI] Dashboard pivot tables, filters, and data </dc:title>
  <dc:subject>PptxGenJS Presentation</dc:subject>
  <dc:creator>Ust @ Advancing Analytics</dc:creator>
  <cp:lastModifiedBy>Ust @ Advancing Analytics</cp:lastModifiedBy>
  <cp:revision>1</cp:revision>
  <dcterms:created xsi:type="dcterms:W3CDTF">2026-02-09T16:08:30Z</dcterms:created>
  <dcterms:modified xsi:type="dcterms:W3CDTF">2026-02-09T16:08:30Z</dcterms:modified>
</cp:coreProperties>
</file>