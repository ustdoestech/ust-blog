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Simplified Multi-Agent Management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Bricks' Supervisor Agent enables easy creation and coordination of multi-agent systems.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Streamline your data workflows with a single supervisor, saving time and effort!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started with the new Supervisor Agent in Agent Bricks today!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Simplified Multi-Agent Management</dc:title>
  <dc:subject>PptxGenJS Presentation</dc:subject>
  <dc:creator>Ust. does. tech</dc:creator>
  <cp:lastModifiedBy>Ust. does. tech</cp:lastModifiedBy>
  <cp:revision>1</cp:revision>
  <dcterms:created xsi:type="dcterms:W3CDTF">2026-02-10T12:51:31Z</dcterms:created>
  <dcterms:modified xsi:type="dcterms:W3CDTF">2026-02-10T12:51:31Z</dcterms:modified>
</cp:coreProperties>
</file>