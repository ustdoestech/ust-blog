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Simplified Data Access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workspace access to Consumer access using group cloning.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view-only experience for business users, reducing accidental changes and overwriting of important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new users to receive Consumer access by default. Leverages Databricks One for interactive dashboards, Genie spaces, and apps.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Data Access</dc:title>
  <dc:subject>PptxGenJS Presentation</dc:subject>
  <dc:creator>Ust @ Advancing Analytics</dc:creator>
  <cp:lastModifiedBy>Ust @ Advancing Analytics</cp:lastModifiedBy>
  <cp:revision>1</cp:revision>
  <dcterms:created xsi:type="dcterms:W3CDTF">2026-02-09T16:11:45Z</dcterms:created>
  <dcterms:modified xsi:type="dcterms:W3CDTF">2026-02-09T16:11:45Z</dcterms:modified>
</cp:coreProperties>
</file>