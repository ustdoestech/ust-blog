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 Ingestion with Lakeflow Connect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PostgreSQL connector in Lakeflow Connect allows for incremental data ingestion from various PostgreSQL databases.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streamlines your data integration process, saving time and resources.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 today by configuring PostgreSQL for ingestion into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 Ingestion with Lakeflow Connect</dc:title>
  <dc:subject>PptxGenJS Presentation</dc:subject>
  <dc:creator>Ust @ Advancing Analytics</dc:creator>
  <cp:lastModifiedBy>Ust @ Advancing Analytics</cp:lastModifiedBy>
  <cp:revision>1</cp:revision>
  <dcterms:created xsi:type="dcterms:W3CDTF">2026-02-09T14:28:37Z</dcterms:created>
  <dcterms:modified xsi:type="dcterms:W3CDTF">2026-02-09T14:28:37Z</dcterms:modified>
</cp:coreProperties>
</file>