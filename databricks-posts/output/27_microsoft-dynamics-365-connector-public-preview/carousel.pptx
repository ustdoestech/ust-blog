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Effortless Dynamics 365 Integration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Public Preview feature for easy data ingestion from Microsoft Dynamics 365 applications into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data workflows, enabling faster insights and decision-making.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data source in Lakeflow Connect for seamless integration.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Effortless Dynamics 365 Integration</dc:title>
  <dc:subject>PptxGenJS Presentation</dc:subject>
  <dc:creator>Ust @ Advancing Analytics</dc:creator>
  <cp:lastModifiedBy>Ust @ Advancing Analytics</cp:lastModifiedBy>
  <cp:revision>1</cp:revision>
  <dcterms:created xsi:type="dcterms:W3CDTF">2026-02-09T14:34:11Z</dcterms:created>
  <dcterms:modified xsi:type="dcterms:W3CDTF">2026-02-09T14:34:11Z</dcterms:modified>
</cp:coreProperties>
</file>