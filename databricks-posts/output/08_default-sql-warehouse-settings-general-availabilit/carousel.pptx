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Default SQL warehouse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 admins can set a default SQL warehouse for all SQL authoring surfaces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Easier collaboration and less manual configuration for data teams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the workspace's default SQL warehouse and allow individual users to override if needed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Default SQL warehouse</dc:title>
  <dc:subject>PptxGenJS Presentation</dc:subject>
  <dc:creator>Ust. does. tech</dc:creator>
  <cp:lastModifiedBy>Ust. does. tech</cp:lastModifiedBy>
  <cp:revision>1</cp:revision>
  <dcterms:created xsi:type="dcterms:W3CDTF">2026-02-10T13:02:08Z</dcterms:created>
  <dcterms:modified xsi:type="dcterms:W3CDTF">2026-02-10T13:02:08Z</dcterms:modified>
</cp:coreProperties>
</file>