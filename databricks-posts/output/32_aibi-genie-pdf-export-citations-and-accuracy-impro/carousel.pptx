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[AI/BI] Genie PDF export, citations, and accuracy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8, 2026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 for Research Agent (Beta) reports: Export Genie Research Agent reports as PDF files. SeeExport Research Agent reports.SQL example citations: Genie's anal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efficiency for data teams working at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 in your Databricks workspace. Check the release notes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[AI/BI] Genie PDF export, citations, and accuracy </dc:title>
  <dc:subject>PptxGenJS Presentation</dc:subject>
  <dc:creator>Ust @ Advancing Analytics</dc:creator>
  <cp:lastModifiedBy>Ust @ Advancing Analytics</cp:lastModifiedBy>
  <cp:revision>1</cp:revision>
  <dcterms:created xsi:type="dcterms:W3CDTF">2026-02-09T16:09:51Z</dcterms:created>
  <dcterms:modified xsi:type="dcterms:W3CDTF">2026-02-09T16:09:51Z</dcterms:modified>
</cp:coreProperties>
</file>