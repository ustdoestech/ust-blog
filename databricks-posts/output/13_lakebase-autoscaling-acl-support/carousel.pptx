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Lakebase Autoscaling ACL supportâ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17, 2025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Autoscaling (Public Preview) now supports Access Control Lists (ACLs). Grant CAN CREATE or CAN MANAGE permissions to control who can access and manage pr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Lakebase Autoscaling ACL supportâ</dc:title>
  <dc:subject>PptxGenJS Presentation</dc:subject>
  <dc:creator>Ust @ Advancing Analytics</dc:creator>
  <cp:lastModifiedBy>Ust @ Advancing Analytics</cp:lastModifiedBy>
  <cp:revision>1</cp:revision>
  <dcterms:created xsi:type="dcterms:W3CDTF">2026-02-09T14:14:23Z</dcterms:created>
  <dcterms:modified xsi:type="dcterms:W3CDTF">2026-02-09T14:14:23Z</dcterms:modified>
</cp:coreProperties>
</file>