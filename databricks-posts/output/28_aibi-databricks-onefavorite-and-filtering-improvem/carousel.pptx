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Favorite &amp; Certified Assets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your favorite and certified assets in Databricks One by clicking the star icon next to asset names.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content by favorite and certified status simplifies listings, boosts productivity, and ensures high-quality assets are easy to find.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using this feature today by exploring your Databricks One workspace.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Favorite &amp; Certified Assets</dc:title>
  <dc:subject>PptxGenJS Presentation</dc:subject>
  <dc:creator>Ust @ Advancing Analytics</dc:creator>
  <cp:lastModifiedBy>Ust @ Advancing Analytics</cp:lastModifiedBy>
  <cp:revision>1</cp:revision>
  <dcterms:created xsi:type="dcterms:W3CDTF">2026-02-09T16:02:19Z</dcterms:created>
  <dcterms:modified xsi:type="dcterms:W3CDTF">2026-02-09T16:02:19Z</dcterms:modified>
</cp:coreProperties>
</file>