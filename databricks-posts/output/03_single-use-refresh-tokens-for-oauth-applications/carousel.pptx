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Data Flows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single-use refresh tokens for OAuth applications integrated with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protection against unauthorized access in user-to-machine authentication flows.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enable this feature within your Databricks setup.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Data Flows</dc:title>
  <dc:subject>PptxGenJS Presentation</dc:subject>
  <dc:creator>Ust @ Advancing Analytics</dc:creator>
  <cp:lastModifiedBy>Ust @ Advancing Analytics</cp:lastModifiedBy>
  <cp:revision>1</cp:revision>
  <dcterms:created xsi:type="dcterms:W3CDTF">2026-02-09T13:58:49Z</dcterms:created>
  <dcterms:modified xsi:type="dcterms:W3CDTF">2026-02-09T13:58:49Z</dcterms:modified>
</cp:coreProperties>
</file>