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Sampling Feature Renames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Matching, Format Assistance, and Entity Matching features have been renamed to better reflect their functions.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revamp helps users more easily understand and work with these powerful tools in the Databricks Genie platform.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renaming of Prompt Matching (previously Value Sampling), Format Assistance (previously Example Values), and Entity Matching (previously Value Dictionaries) to enhance your data preprocessing capabilities!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Sampling Feature Renames</dc:title>
  <dc:subject>PptxGenJS Presentation</dc:subject>
  <dc:creator>Ust @ Advancing Analytics</dc:creator>
  <cp:lastModifiedBy>Ust @ Advancing Analytics</cp:lastModifiedBy>
  <cp:revision>1</cp:revision>
  <dcterms:created xsi:type="dcterms:W3CDTF">2026-02-09T15:59:26Z</dcterms:created>
  <dcterms:modified xsi:type="dcterms:W3CDTF">2026-02-09T15:59:26Z</dcterms:modified>
</cp:coreProperties>
</file>