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Revolutionize Your Data Journey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One is a simplified user interface designed for business users, providing a single, intuitive entry point to interact with data and AI in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using Databricks One, non-technical users can view and interact with dashboards, ask data questions in natural language using Genie, and use custom-built apps—all without requiring technical knowledge of compute resources, queries, models, or notebooks.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started, simply log into yourDatabricks account and explore the various features offered by Databricks One. Start with viewing dashboards, experimenting with natural language queries using Genie, and discovering custom-built apps tailored to your needs.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Revolutionize Your Data Journey</dc:title>
  <dc:subject>PptxGenJS Presentation</dc:subject>
  <dc:creator>Ust @ Advancing Analytics</dc:creator>
  <cp:lastModifiedBy>Ust @ Advancing Analytics</cp:lastModifiedBy>
  <cp:revision>1</cp:revision>
  <dcterms:created xsi:type="dcterms:W3CDTF">2026-02-09T15:56:17Z</dcterms:created>
  <dcterms:modified xsi:type="dcterms:W3CDTF">2026-02-09T15:56:17Z</dcterms:modified>
</cp:coreProperties>
</file>