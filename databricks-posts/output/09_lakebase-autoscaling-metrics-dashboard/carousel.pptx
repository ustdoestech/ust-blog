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Autoscaling Dashboard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system and database metrics in real-time for your Databricks clusters.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autoscaling to improve performance, lower costs, and boost productivity.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out today and see the difference smart autoscaling can make!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Autoscaling Dashboard</dc:title>
  <dc:subject>PptxGenJS Presentation</dc:subject>
  <dc:creator>Ust @ Advancing Analytics</dc:creator>
  <cp:lastModifiedBy>Ust @ Advancing Analytics</cp:lastModifiedBy>
  <cp:revision>1</cp:revision>
  <dcterms:created xsi:type="dcterms:W3CDTF">2026-02-09T14:08:06Z</dcterms:created>
  <dcterms:modified xsi:type="dcterms:W3CDTF">2026-02-09T14:08:06Z</dcterms:modified>
</cp:coreProperties>
</file>