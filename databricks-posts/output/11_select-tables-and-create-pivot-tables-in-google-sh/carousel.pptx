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Sheets Integration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Databricks tables as pivot tables in Google Sheets.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Streamline data analysis and collaboration for data teams.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to Databricks from Google Sheets, select table parts, and display data as a pivot table.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Sheets Integration</dc:title>
  <dc:subject>PptxGenJS Presentation</dc:subject>
  <dc:creator>Ust. does. tech</dc:creator>
  <cp:lastModifiedBy>Ust. does. tech</cp:lastModifiedBy>
  <cp:revision>1</cp:revision>
  <dcterms:created xsi:type="dcterms:W3CDTF">2026-02-10T13:06:34Z</dcterms:created>
  <dcterms:modified xsi:type="dcterms:W3CDTF">2026-02-10T13:06:34Z</dcterms:modified>
</cp:coreProperties>
</file>