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Anthropic Claude Haiku 4.5 on Databricks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Databricks-hosted Anthropic Claude Haiku 4.5 is now available for use with Mosaic AI Model Serving, accessible via Foundation Model APIs.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your natural language processing tasks with a powerful new tool. Pay only for the tokens you use.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by integrating Foundation Model APIs into your Databricks workspace.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Anthropic Claude Haiku 4.5 on Databricks</dc:title>
  <dc:subject>PptxGenJS Presentation</dc:subject>
  <dc:creator>Ust @ Advancing Analytics</dc:creator>
  <cp:lastModifiedBy>Ust @ Advancing Analytics</cp:lastModifiedBy>
  <cp:revision>1</cp:revision>
  <dcterms:created xsi:type="dcterms:W3CDTF">2026-02-09T14:01:22Z</dcterms:created>
  <dcterms:modified xsi:type="dcterms:W3CDTF">2026-02-09T14:01:22Z</dcterms:modified>
</cp:coreProperties>
</file>