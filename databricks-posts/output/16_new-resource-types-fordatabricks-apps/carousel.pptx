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 your Databricks Apps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MLflow experiments, vector search indexes, UDFs, and Unity Catalog connections to Databricks Apps.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collaboration and automation for more efficient data workflows.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'Add resources to a Databricks app' in the documentation.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 your Databricks Apps</dc:title>
  <dc:subject>PptxGenJS Presentation</dc:subject>
  <dc:creator>Ust @ Advancing Analytics</dc:creator>
  <cp:lastModifiedBy>Ust @ Advancing Analytics</cp:lastModifiedBy>
  <cp:revision>1</cp:revision>
  <dcterms:created xsi:type="dcterms:W3CDTF">2026-02-09T14:18:38Z</dcterms:created>
  <dcterms:modified xsi:type="dcterms:W3CDTF">2026-02-09T14:18:38Z</dcterms:modified>
</cp:coreProperties>
</file>