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Excel Data 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read Excel files using Spark DataFrames, no external libraries required.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your data pipeline, save time, and reduce errors with built-in Excel file format support.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by creating a Databricks workspace and reading your first Excel file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Seamless Excel Data Flow</dc:title>
  <dc:subject>PptxGenJS Presentation</dc:subject>
  <dc:creator>Ust @ Advancing Analytics</dc:creator>
  <cp:lastModifiedBy>Ust @ Advancing Analytics</cp:lastModifiedBy>
  <cp:revision>1</cp:revision>
  <dcterms:created xsi:type="dcterms:W3CDTF">2026-02-09T14:46:22Z</dcterms:created>
  <dcterms:modified xsi:type="dcterms:W3CDTF">2026-02-09T14:46:22Z</dcterms:modified>
</cp:coreProperties>
</file>