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Simplified Data &amp; AI Access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One is a user-friendly interface designed for business users, offering an intuitive entry point to interact with data and AI in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simplifies access to complex datasets, enabling non-technical users to derive insights and make data-driven decisions without relying on IT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can view and interact with dashboards, ask data questions using natural language, and use custom-built Databricks Apps that combine analytics, AI, and workflows.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Simplified Data &amp; AI Access</dc:title>
  <dc:subject>PptxGenJS Presentation</dc:subject>
  <dc:creator>Ust. does. tech</dc:creator>
  <cp:lastModifiedBy>Ust. does. tech</cp:lastModifiedBy>
  <cp:revision>1</cp:revision>
  <dcterms:created xsi:type="dcterms:W3CDTF">2026-02-10T13:31:47Z</dcterms:created>
  <dcterms:modified xsi:type="dcterms:W3CDTF">2026-02-10T13:31:47Z</dcterms:modified>
</cp:coreProperties>
</file>