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Expanded Compliance for All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extended C5 and TISAX compliance support to all regions, enabling secure, serverless compute across the board.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you can tackle data-driven projects with peace of mind, knowing your work is compliant wherever you are.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use Databricks in your preferred region and leverage our Classic or serverless compute options.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Expanded Compliance for All</dc:title>
  <dc:subject>PptxGenJS Presentation</dc:subject>
  <dc:creator>Ust @ Advancing Analytics</dc:creator>
  <cp:lastModifiedBy>Ust @ Advancing Analytics</cp:lastModifiedBy>
  <cp:revision>1</cp:revision>
  <dcterms:created xsi:type="dcterms:W3CDTF">2026-02-09T14:44:18Z</dcterms:created>
  <dcterms:modified xsi:type="dcterms:W3CDTF">2026-02-09T14:44:18Z</dcterms:modified>
</cp:coreProperties>
</file>