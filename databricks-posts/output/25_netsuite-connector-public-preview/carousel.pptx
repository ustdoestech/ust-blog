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NetSuite Connector: Unified Data Access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Effortlessly ingest NetSuite data into Databricks using the API, CLI, or notebooks.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analysis and AI/ML workflows with seamless integration of vital business data.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once for unified data access on Databricks' powerful Lakehouse platform.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NetSuite Connector: Unified Data Access</dc:title>
  <dc:subject>PptxGenJS Presentation</dc:subject>
  <dc:creator>Ust @ Advancing Analytics</dc:creator>
  <cp:lastModifiedBy>Ust @ Advancing Analytics</cp:lastModifiedBy>
  <cp:revision>1</cp:revision>
  <dcterms:created xsi:type="dcterms:W3CDTF">2026-02-09T14:31:41Z</dcterms:created>
  <dcterms:modified xsi:type="dcterms:W3CDTF">2026-02-09T14:31:41Z</dcterms:modified>
</cp:coreProperties>
</file>