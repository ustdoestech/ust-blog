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 farewell to legacy features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accounts created after Dec 18, 2025 will no longer have access to DBFS root &amp; mounts, Hive Metastore, and No-isolation shared compute.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 enforces better governance and security using Unity Catalog for all new workspaces.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accounts can disable legacy features now. Learn how at Disable access to legacy features in new workspaces.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 farewell to legacy features</dc:title>
  <dc:subject>PptxGenJS Presentation</dc:subject>
  <dc:creator>Ust @ Advancing Analytics</dc:creator>
  <cp:lastModifiedBy>Ust @ Advancing Analytics</cp:lastModifiedBy>
  <cp:revision>1</cp:revision>
  <dcterms:created xsi:type="dcterms:W3CDTF">2026-02-09T14:02:55Z</dcterms:created>
  <dcterms:modified xsi:type="dcterms:W3CDTF">2026-02-09T14:02:55Z</dcterms:modified>
</cp:coreProperties>
</file>