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097280"/>
            <a:ext cx="2560320" cy="411480"/>
          </a:xfrm>
          <a:prstGeom prst="roundRect">
            <a:avLst>
              <a:gd name="adj" fmla="val 33333"/>
            </a:avLst>
          </a:prstGeom>
          <a:solidFill>
            <a:srgbClr val="FF362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DATABRICKS UPDATE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57607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Secure ODBC Driver Access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566928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Swipe to learn more →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ustdoes.tech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B84D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FFB84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1F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FFB8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IT?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FFB84D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now on, you'll need to log in to Databricks and accept license terms before downloading the Simba Apache Spark ODBC Driver.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3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5B8D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DOES IT MATTER?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ensures everyone uses the latest version and follows proper licensing, enhancing security and compliance for data teams.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1F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TO USE IT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in to Databricks, download and install the updated driver. For AWS GovCloud users, contact your account team for access.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3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0"/>
            <a:ext cx="5760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Found this useful?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2926080"/>
            <a:ext cx="5760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♻️  Repost to help your network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Follow for more Databricks updates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Drop a comment — what feature excites you?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548640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ustdoes.tech  |  @Ust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784848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Secure ODBC Driver Access</dc:title>
  <dc:subject>PptxGenJS Presentation</dc:subject>
  <dc:creator>Ust @ Advancing Analytics</dc:creator>
  <cp:lastModifiedBy>Ust @ Advancing Analytics</cp:lastModifiedBy>
  <cp:revision>1</cp:revision>
  <dcterms:created xsi:type="dcterms:W3CDTF">2026-02-09T14:15:55Z</dcterms:created>
  <dcterms:modified xsi:type="dcterms:W3CDTF">2026-02-09T14:15:55Z</dcterms:modified>
</cp:coreProperties>
</file>