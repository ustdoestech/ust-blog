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Ads Data Integration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Google Ads data directly into Databricks with the new beta connector in Lakeflow Connect.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Streamline your ad analytics workflows, make informed decisions, and democratize data access for non-experts.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the Google Ads API on your workspace, set up the connector, choose specific ad data to ingest, and let Lakeflow Connect do the rest!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Ads Data Integration</dc:title>
  <dc:subject>PptxGenJS Presentation</dc:subject>
  <dc:creator>Ust. does. tech</dc:creator>
  <cp:lastModifiedBy>Ust. does. tech</cp:lastModifiedBy>
  <cp:revision>1</cp:revision>
  <dcterms:created xsi:type="dcterms:W3CDTF">2026-02-10T12:55:08Z</dcterms:created>
  <dcterms:modified xsi:type="dcterms:W3CDTF">2026-02-10T12:55:08Z</dcterms:modified>
</cp:coreProperties>
</file>