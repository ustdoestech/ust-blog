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 with Ease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admin settings that disable legacy features are now generally available.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migrate accounts and workspaces to Unity Catalog.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access to DBFS, Hive Metastore, and No-isolation shared compute in new workspaces with 'Disable legacy features'. Disable access to the Hive metastore used by your workspace at the workspace level.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Migrate with Ease</dc:title>
  <dc:subject>PptxGenJS Presentation</dc:subject>
  <dc:creator>Ust @ Advancing Analytics</dc:creator>
  <cp:lastModifiedBy>Ust @ Advancing Analytics</cp:lastModifiedBy>
  <cp:revision>1</cp:revision>
  <dcterms:created xsi:type="dcterms:W3CDTF">2026-02-09T14:24:08Z</dcterms:created>
  <dcterms:modified xsi:type="dcterms:W3CDTF">2026-02-09T14:24:08Z</dcterms:modified>
</cp:coreProperties>
</file>