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AI/BI Genie &amp; Assistant on AWS GovCloud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and Databricks Assistant are now available on AWS GovCloud, providing AI-powered automation for data teams in the public sector.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faster, more efficient workflows without worrying about data residency concerns. Say goodbye to data transfer hassles!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by enabling these features on your Databricks workspace within AWS GovCloud.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AI/BI Genie &amp; Assistant on AWS GovCloud</dc:title>
  <dc:subject>PptxGenJS Presentation</dc:subject>
  <dc:creator>Ust @ Advancing Analytics</dc:creator>
  <cp:lastModifiedBy>Ust @ Advancing Analytics</cp:lastModifiedBy>
  <cp:revision>1</cp:revision>
  <dcterms:created xsi:type="dcterms:W3CDTF">2026-02-09T16:05:16Z</dcterms:created>
  <dcterms:modified xsi:type="dcterms:W3CDTF">2026-02-09T16:05:16Z</dcterms:modified>
</cp:coreProperties>
</file>