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 Tables in Google Sheets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import Databricks tables as pivot tables in Google Sheets.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data analysis by eliminating manual exports and multiple tools.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Databricks from Google Sheets, select the table, and create a pivot 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Pivot Tables in Google Sheets</dc:title>
  <dc:subject>PptxGenJS Presentation</dc:subject>
  <dc:creator>Ust @ Advancing Analytics</dc:creator>
  <cp:lastModifiedBy>Ust @ Advancing Analytics</cp:lastModifiedBy>
  <cp:revision>1</cp:revision>
  <dcterms:created xsi:type="dcterms:W3CDTF">2026-02-09T15:31:16Z</dcterms:created>
  <dcterms:modified xsi:type="dcterms:W3CDTF">2026-02-09T15:31:16Z</dcterms:modified>
</cp:coreProperties>
</file>