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FF36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Helpful Databricks Docs Assistant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Databricks Assistant, now available on our documentation site, assists in finding answers and discovering information about Databricks.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streamline data exploration by providing quick access to necessary information within the docs themselves.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Simply type your question or topic into the Assistant search bar while browsing our documentation site.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Helpful Databricks Docs Assistant</dc:title>
  <dc:subject>PptxGenJS Presentation</dc:subject>
  <dc:creator>Ust @ Advancing Analytics</dc:creator>
  <cp:lastModifiedBy>Ust @ Advancing Analytics</cp:lastModifiedBy>
  <cp:revision>1</cp:revision>
  <dcterms:created xsi:type="dcterms:W3CDTF">2026-02-09T13:55:17Z</dcterms:created>
  <dcterms:modified xsi:type="dcterms:W3CDTF">2026-02-09T13:55:17Z</dcterms:modified>
</cp:coreProperties>
</file>