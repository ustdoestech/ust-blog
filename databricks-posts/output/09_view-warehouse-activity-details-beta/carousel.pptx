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Warehouse Activity Details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detailed annotations on the Running clusters chart for your SQL warehouses.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Optimise resources and resolve issues more efficiently with this level of transparency.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Hover over bars to see metadata, or click on fetching activity to filter the query history table.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Warehouse Activity Details</dc:title>
  <dc:subject>PptxGenJS Presentation</dc:subject>
  <dc:creator>Ust. does. tech</dc:creator>
  <cp:lastModifiedBy>Ust. does. tech</cp:lastModifiedBy>
  <cp:revision>1</cp:revision>
  <dcterms:created xsi:type="dcterms:W3CDTF">2026-02-10T13:03:49Z</dcterms:created>
  <dcterms:modified xsi:type="dcterms:W3CDTF">2026-02-10T13:03:49Z</dcterms:modified>
</cp:coreProperties>
</file>