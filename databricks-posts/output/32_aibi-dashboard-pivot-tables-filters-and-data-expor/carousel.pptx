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[AI/BI] Dashboard enhancements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Improved JSON cell copy-paste, parameterized default catalog and schemas, multi-select filter paste enhancement, pivot table total rows, dashboard widget drag handles, pivoted table Excel downloads, timezone display fixes, selective data point labels.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insights, fewer errors, easier collaboration for data teams.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dashboard settings, look for options like 'JSON cell copy-paste improvement' or 'Parameterized default catalog and schemas', experiment, ask questions, and share findings with the team.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enhancements</dc:title>
  <dc:subject>PptxGenJS Presentation</dc:subject>
  <dc:creator>Ust. does. tech</dc:creator>
  <cp:lastModifiedBy>Ust. does. tech</cp:lastModifiedBy>
  <cp:revision>1</cp:revision>
  <dcterms:created xsi:type="dcterms:W3CDTF">2026-02-10T13:48:52Z</dcterms:created>
  <dcterms:modified xsi:type="dcterms:W3CDTF">2026-02-10T13:48:52Z</dcterms:modified>
</cp:coreProperties>
</file>