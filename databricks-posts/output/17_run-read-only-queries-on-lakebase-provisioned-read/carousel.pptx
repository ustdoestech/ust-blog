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Read-Only Queries on Lakebase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read-only queries directly from Databricks SQL Editor on Lakebase Provisioned readable secondaries.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write conflicts and improve performance while exploring data in Lakehouse architectures.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Lakebase Provisioned readable secondaries and execute read-only queries using the Databricks SQL Editor.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Read-Only Queries on Lakebase</dc:title>
  <dc:subject>PptxGenJS Presentation</dc:subject>
  <dc:creator>Ust @ Advancing Analytics</dc:creator>
  <cp:lastModifiedBy>Ust @ Advancing Analytics</cp:lastModifiedBy>
  <cp:revision>1</cp:revision>
  <dcterms:created xsi:type="dcterms:W3CDTF">2026-02-09T14:19:49Z</dcterms:created>
  <dcterms:modified xsi:type="dcterms:W3CDTF">2026-02-09T14:19:49Z</dcterms:modified>
</cp:coreProperties>
</file>