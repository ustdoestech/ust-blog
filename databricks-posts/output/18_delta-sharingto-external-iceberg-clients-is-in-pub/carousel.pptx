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 Delta tables with Iceberg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sharing of Databricks' Delta tables, materialized views, and streaming tables to external Iceberg clients like Snowflake, Trino, Flink, and Spark.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data silos for improved collaboration across teams and platforms.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steps in Enable sharing to external Iceberg clients and Iceberg clients: Read shared data for setup details.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Share Delta tables with Iceberg</dc:title>
  <dc:subject>PptxGenJS Presentation</dc:subject>
  <dc:creator>Ust @ Advancing Analytics</dc:creator>
  <cp:lastModifiedBy>Ust @ Advancing Analytics</cp:lastModifiedBy>
  <cp:revision>1</cp:revision>
  <dcterms:created xsi:type="dcterms:W3CDTF">2026-02-09T14:21:05Z</dcterms:created>
  <dcterms:modified xsi:type="dcterms:W3CDTF">2026-02-09T14:21:05Z</dcterms:modified>
</cp:coreProperties>
</file>