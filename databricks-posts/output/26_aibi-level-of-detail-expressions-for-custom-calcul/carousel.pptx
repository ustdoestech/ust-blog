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of detail expressions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aggregation granularity independently of visualizations.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percentages, compare values, create cohort-level metrics with ease.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fixed and coarser level of detail expressions.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of detail expressions</dc:title>
  <dc:subject>PptxGenJS Presentation</dc:subject>
  <dc:creator>Ust. does. tech</dc:creator>
  <cp:lastModifiedBy>Ust. does. tech</cp:lastModifiedBy>
  <cp:revision>1</cp:revision>
  <dcterms:created xsi:type="dcterms:W3CDTF">2026-02-10T13:34:16Z</dcterms:created>
  <dcterms:modified xsi:type="dcterms:W3CDTF">2026-02-10T13:34:16Z</dcterms:modified>
</cp:coreProperties>
</file>