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Hosted Anthropic Claude Opus 4.6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 Model Serving now supports Anthropic Claude Opus 4.6 on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query reasoning and vision models, perform batch inference without infrastructure management hassles.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using Foundation Model APIs, pay-per-token queries.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Hosted Anthropic Claude Opus 4.6</dc:title>
  <dc:subject>PptxGenJS Presentation</dc:subject>
  <dc:creator>Ust @ Advancing Analytics</dc:creator>
  <cp:lastModifiedBy>Ust @ Advancing Analytics</cp:lastModifiedBy>
  <cp:revision>1</cp:revision>
  <dcterms:created xsi:type="dcterms:W3CDTF">2026-02-09T15:24:40Z</dcterms:created>
  <dcterms:modified xsi:type="dcterms:W3CDTF">2026-02-09T15:24:40Z</dcterms:modified>
</cp:coreProperties>
</file>