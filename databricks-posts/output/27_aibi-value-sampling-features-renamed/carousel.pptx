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notesMasterIdLst>
    <p:notesMasterId r:id="rId7"/>
  </p:notesMasterIdLst>
  <p:sldSz cx="6858000" cy="6858000"/>
  <p:notesSz cx="6858000" cy="685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858000" cy="73152"/>
          </a:xfrm>
          <a:prstGeom prst="rect">
            <a:avLst/>
          </a:prstGeom>
          <a:solidFill>
            <a:srgbClr val="0A6E6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73152"/>
            <a:ext cx="2286000" cy="27432"/>
          </a:xfrm>
          <a:prstGeom prst="rect">
            <a:avLst/>
          </a:prstGeom>
          <a:solidFill>
            <a:srgbClr val="0A6E6E"/>
          </a:solidFill>
          <a:ln/>
        </p:spPr>
      </p:sp>
      <p:sp>
        <p:nvSpPr>
          <p:cNvPr id="4" name="Shape 2"/>
          <p:cNvSpPr/>
          <p:nvPr/>
        </p:nvSpPr>
        <p:spPr>
          <a:xfrm>
            <a:off x="2286000" y="73152"/>
            <a:ext cx="2286000" cy="27432"/>
          </a:xfrm>
          <a:prstGeom prst="rect">
            <a:avLst/>
          </a:prstGeom>
          <a:solidFill>
            <a:srgbClr val="4A7C6F"/>
          </a:solidFill>
          <a:ln/>
        </p:spPr>
      </p:sp>
      <p:sp>
        <p:nvSpPr>
          <p:cNvPr id="5" name="Shape 3"/>
          <p:cNvSpPr/>
          <p:nvPr/>
        </p:nvSpPr>
        <p:spPr>
          <a:xfrm>
            <a:off x="4572000" y="73152"/>
            <a:ext cx="2286000" cy="27432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6" name="Shape 4"/>
          <p:cNvSpPr/>
          <p:nvPr/>
        </p:nvSpPr>
        <p:spPr>
          <a:xfrm>
            <a:off x="548640" y="1097280"/>
            <a:ext cx="2560320" cy="411480"/>
          </a:xfrm>
          <a:prstGeom prst="roundRect">
            <a:avLst>
              <a:gd name="adj" fmla="val 33333"/>
            </a:avLst>
          </a:prstGeom>
          <a:solidFill>
            <a:srgbClr val="4A7C6F"/>
          </a:solidFill>
          <a:ln/>
        </p:spPr>
      </p:sp>
      <p:sp>
        <p:nvSpPr>
          <p:cNvPr id="7" name="Text 5"/>
          <p:cNvSpPr/>
          <p:nvPr/>
        </p:nvSpPr>
        <p:spPr>
          <a:xfrm>
            <a:off x="548640" y="1097280"/>
            <a:ext cx="2560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spc="300" kern="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DATABRICKS UPDATE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548640" y="1920240"/>
            <a:ext cx="5760720" cy="2560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3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Smart renaming</a:t>
            </a:r>
            <a:endParaRPr lang="en-US" sz="3600" dirty="0"/>
          </a:p>
        </p:txBody>
      </p:sp>
      <p:sp>
        <p:nvSpPr>
          <p:cNvPr id="9" name="Text 7"/>
          <p:cNvSpPr/>
          <p:nvPr/>
        </p:nvSpPr>
        <p:spPr>
          <a:xfrm>
            <a:off x="548640" y="5669280"/>
            <a:ext cx="5760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i="1" dirty="0">
                <a:solidFill>
                  <a:srgbClr val="6B7C8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Swipe to learn more →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548640" y="6126480"/>
            <a:ext cx="5760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6B7C8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ustdoes.tech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858000" cy="73152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3" name="Shape 1"/>
          <p:cNvSpPr/>
          <p:nvPr/>
        </p:nvSpPr>
        <p:spPr>
          <a:xfrm>
            <a:off x="548640" y="640080"/>
            <a:ext cx="594360" cy="594360"/>
          </a:xfrm>
          <a:prstGeom prst="ellipse">
            <a:avLst/>
          </a:prstGeom>
          <a:solidFill>
            <a:srgbClr val="F5A623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640080"/>
            <a:ext cx="594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D1B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1371600" y="658368"/>
            <a:ext cx="4937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600" b="1" spc="200" kern="0" dirty="0">
                <a:solidFill>
                  <a:srgbClr val="F5A62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 IS IT?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548640" y="1645920"/>
            <a:ext cx="5760720" cy="4206240"/>
          </a:xfrm>
          <a:prstGeom prst="rect">
            <a:avLst/>
          </a:prstGeom>
          <a:solidFill>
            <a:srgbClr val="162738"/>
          </a:solidFill>
          <a:ln/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548640" y="1645920"/>
            <a:ext cx="54864" cy="4206240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8" name="Text 6"/>
          <p:cNvSpPr/>
          <p:nvPr/>
        </p:nvSpPr>
        <p:spPr>
          <a:xfrm>
            <a:off x="1005840" y="1920240"/>
            <a:ext cx="50292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800" dirty="0">
                <a:solidFill>
                  <a:srgbClr val="E8E4D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Renamed value sampling features for clarity: Prompt matching, Format assistance, Entity matching.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548640" y="6126480"/>
            <a:ext cx="5760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B7C8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 / 3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858000" cy="73152"/>
          </a:xfrm>
          <a:prstGeom prst="rect">
            <a:avLst/>
          </a:prstGeom>
          <a:solidFill>
            <a:srgbClr val="0A6E6E"/>
          </a:solidFill>
          <a:ln/>
        </p:spPr>
      </p:sp>
      <p:sp>
        <p:nvSpPr>
          <p:cNvPr id="3" name="Shape 1"/>
          <p:cNvSpPr/>
          <p:nvPr/>
        </p:nvSpPr>
        <p:spPr>
          <a:xfrm>
            <a:off x="548640" y="640080"/>
            <a:ext cx="594360" cy="594360"/>
          </a:xfrm>
          <a:prstGeom prst="ellipse">
            <a:avLst/>
          </a:prstGeom>
          <a:solidFill>
            <a:srgbClr val="0A6E6E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640080"/>
            <a:ext cx="594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1371600" y="658368"/>
            <a:ext cx="4937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600" b="1" spc="200" kern="0" dirty="0">
                <a:solidFill>
                  <a:srgbClr val="0A6E6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WHY DOES IT MATTER?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548640" y="1645920"/>
            <a:ext cx="5760720" cy="4206240"/>
          </a:xfrm>
          <a:prstGeom prst="rect">
            <a:avLst/>
          </a:prstGeom>
          <a:solidFill>
            <a:srgbClr val="162738"/>
          </a:solidFill>
          <a:ln/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548640" y="1645920"/>
            <a:ext cx="54864" cy="4206240"/>
          </a:xfrm>
          <a:prstGeom prst="rect">
            <a:avLst/>
          </a:prstGeom>
          <a:solidFill>
            <a:srgbClr val="0A6E6E"/>
          </a:solidFill>
          <a:ln/>
        </p:spPr>
      </p:sp>
      <p:sp>
        <p:nvSpPr>
          <p:cNvPr id="8" name="Text 6"/>
          <p:cNvSpPr/>
          <p:nvPr/>
        </p:nvSpPr>
        <p:spPr>
          <a:xfrm>
            <a:off x="1005840" y="1920240"/>
            <a:ext cx="50292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800" dirty="0">
                <a:solidFill>
                  <a:srgbClr val="E8E4D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Improves understanding and usage for data teams.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548640" y="6126480"/>
            <a:ext cx="5760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B7C8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 / 3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858000" cy="73152"/>
          </a:xfrm>
          <a:prstGeom prst="rect">
            <a:avLst/>
          </a:prstGeom>
          <a:solidFill>
            <a:srgbClr val="4A7C6F"/>
          </a:solidFill>
          <a:ln/>
        </p:spPr>
      </p:sp>
      <p:sp>
        <p:nvSpPr>
          <p:cNvPr id="3" name="Shape 1"/>
          <p:cNvSpPr/>
          <p:nvPr/>
        </p:nvSpPr>
        <p:spPr>
          <a:xfrm>
            <a:off x="548640" y="640080"/>
            <a:ext cx="594360" cy="594360"/>
          </a:xfrm>
          <a:prstGeom prst="ellipse">
            <a:avLst/>
          </a:prstGeom>
          <a:solidFill>
            <a:srgbClr val="4A7C6F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640080"/>
            <a:ext cx="594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D1B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1371600" y="658368"/>
            <a:ext cx="4937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600" b="1" spc="200" kern="0" dirty="0">
                <a:solidFill>
                  <a:srgbClr val="4A7C6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HOW TO USE IT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548640" y="1645920"/>
            <a:ext cx="5760720" cy="4206240"/>
          </a:xfrm>
          <a:prstGeom prst="rect">
            <a:avLst/>
          </a:prstGeom>
          <a:solidFill>
            <a:srgbClr val="162738"/>
          </a:solidFill>
          <a:ln/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548640" y="1645920"/>
            <a:ext cx="54864" cy="4206240"/>
          </a:xfrm>
          <a:prstGeom prst="rect">
            <a:avLst/>
          </a:prstGeom>
          <a:solidFill>
            <a:srgbClr val="4A7C6F"/>
          </a:solidFill>
          <a:ln/>
        </p:spPr>
      </p:sp>
      <p:sp>
        <p:nvSpPr>
          <p:cNvPr id="8" name="Text 6"/>
          <p:cNvSpPr/>
          <p:nvPr/>
        </p:nvSpPr>
        <p:spPr>
          <a:xfrm>
            <a:off x="1005840" y="1920240"/>
            <a:ext cx="50292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800" dirty="0">
                <a:solidFill>
                  <a:srgbClr val="E8E4D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Learn more about the new names in Databricks' official documentation.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548640" y="6126480"/>
            <a:ext cx="5760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B7C8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 / 3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858000" cy="73152"/>
          </a:xfrm>
          <a:prstGeom prst="rect">
            <a:avLst/>
          </a:prstGeom>
          <a:solidFill>
            <a:srgbClr val="0A6E6E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1645920"/>
            <a:ext cx="57607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Found this useful?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548640" y="2926080"/>
            <a:ext cx="576072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800" dirty="0">
                <a:solidFill>
                  <a:srgbClr val="E8E4D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♻️  Repost to help your network</a:t>
            </a:r>
            <a:endParaRPr lang="en-US" sz="1800" dirty="0"/>
          </a:p>
          <a:p>
            <a:pPr algn="ctr" indent="0" marL="0">
              <a:lnSpc>
                <a:spcPct val="130000"/>
              </a:lnSpc>
              <a:buNone/>
            </a:pPr>
            <a:endParaRPr lang="en-US" sz="18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1800" dirty="0">
                <a:solidFill>
                  <a:srgbClr val="E8E4D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🔔  Follow for more Databricks updates</a:t>
            </a:r>
            <a:endParaRPr lang="en-US" sz="1800" dirty="0"/>
          </a:p>
          <a:p>
            <a:pPr algn="ctr" indent="0" marL="0">
              <a:lnSpc>
                <a:spcPct val="130000"/>
              </a:lnSpc>
              <a:buNone/>
            </a:pPr>
            <a:endParaRPr lang="en-US" sz="18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1800" dirty="0">
                <a:solidFill>
                  <a:srgbClr val="E8E4D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💬  Drop a comment — what feature excites you?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548640" y="5486400"/>
            <a:ext cx="5760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6B7C8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Ust</a:t>
            </a:r>
            <a:pPr algn="ctr" indent="0" marL="0">
              <a:buNone/>
            </a:pPr>
            <a:r>
              <a:rPr lang="en-US" sz="1400" b="1" dirty="0">
                <a:solidFill>
                  <a:srgbClr val="F5A62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.</a:t>
            </a:r>
            <a:pPr algn="ctr" indent="0" marL="0">
              <a:buNone/>
            </a:pPr>
            <a:r>
              <a:rPr lang="en-US" sz="1400" dirty="0">
                <a:solidFill>
                  <a:srgbClr val="6B7C8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does.tech  |  @Ust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0" y="6784848"/>
            <a:ext cx="6858000" cy="73152"/>
          </a:xfrm>
          <a:prstGeom prst="rect">
            <a:avLst/>
          </a:prstGeom>
          <a:solidFill>
            <a:srgbClr val="0A6E6E"/>
          </a:solidFill>
          <a:ln/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Smart renaming</dc:title>
  <dc:subject>PptxGenJS Presentation</dc:subject>
  <dc:creator>Ust. does. tech</dc:creator>
  <cp:lastModifiedBy>Ust. does. tech</cp:lastModifiedBy>
  <cp:revision>1</cp:revision>
  <dcterms:created xsi:type="dcterms:W3CDTF">2026-02-10T13:36:37Z</dcterms:created>
  <dcterms:modified xsi:type="dcterms:W3CDTF">2026-02-10T13:36:37Z</dcterms:modified>
</cp:coreProperties>
</file>