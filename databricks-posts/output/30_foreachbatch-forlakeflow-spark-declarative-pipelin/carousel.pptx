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Revolutionize Stream Processing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ForEachBatch sink allows you to process streams in Lakeflow Spark Declarative Pipelines as micro-batches using Python.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more efficient, scalable stream processing and the ability to write data to any sink within pipelines.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by trying out the public preview of ForEachBatch. Write your own processing logic for each batch and unlock a new level of control over your data streams.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Revolutionize Stream Processing</dc:title>
  <dc:subject>PptxGenJS Presentation</dc:subject>
  <dc:creator>Ust @ Advancing Analytics</dc:creator>
  <cp:lastModifiedBy>Ust @ Advancing Analytics</cp:lastModifiedBy>
  <cp:revision>1</cp:revision>
  <dcterms:created xsi:type="dcterms:W3CDTF">2026-02-09T14:38:29Z</dcterms:created>
  <dcterms:modified xsi:type="dcterms:W3CDTF">2026-02-09T14:38:29Z</dcterms:modified>
</cp:coreProperties>
</file>