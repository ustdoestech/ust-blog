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Genie in Japan &amp; Korea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hosted locally for workspaces in ap-northeast-1(Tokyo) andap-northeast-2(Seoul).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performance, reduces delays for AI applications.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faster processing without cross-geo processing. Check out the Geo services availability.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Genie in Japan &amp; Korea</dc:title>
  <dc:subject>PptxGenJS Presentation</dc:subject>
  <dc:creator>Ust @ Advancing Analytics</dc:creator>
  <cp:lastModifiedBy>Ust @ Advancing Analytics</cp:lastModifiedBy>
  <cp:revision>1</cp:revision>
  <dcterms:created xsi:type="dcterms:W3CDTF">2026-02-09T15:44:14Z</dcterms:created>
  <dcterms:modified xsi:type="dcterms:W3CDTF">2026-02-09T15:44:14Z</dcterms:modified>
</cp:coreProperties>
</file>