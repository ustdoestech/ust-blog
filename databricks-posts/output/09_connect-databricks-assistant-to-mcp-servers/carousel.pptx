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Assistant to MCP Servers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Databricks Assistant with external tools via Model Context Protocol (MCP).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smarter, data-driven decisions using your assistant with more data sources.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Assistant in agent mode and connect to MCP servers in your workspace.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Connect Assistant to MCP Servers</dc:title>
  <dc:subject>PptxGenJS Presentation</dc:subject>
  <dc:creator>Ust @ Advancing Analytics</dc:creator>
  <cp:lastModifiedBy>Ust @ Advancing Analytics</cp:lastModifiedBy>
  <cp:revision>1</cp:revision>
  <dcterms:created xsi:type="dcterms:W3CDTF">2026-02-09T15:29:42Z</dcterms:created>
  <dcterms:modified xsi:type="dcterms:W3CDTF">2026-02-09T15:29:42Z</dcterms:modified>
</cp:coreProperties>
</file>