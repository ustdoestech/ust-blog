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Model Hosting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Genie now uses models hosted in the same region for workspaces inap-northeast-1(Tokyo) andap-northeast-2(Seoul).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more cross-Geo processing, making Genie use more efficient for data teams in these regions.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availability of Designated Services in each Geo for information on which features require cross-geo processing.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Model Hosting</dc:title>
  <dc:subject>PptxGenJS Presentation</dc:subject>
  <dc:creator>Ust. does. tech</dc:creator>
  <cp:lastModifiedBy>Ust. does. tech</cp:lastModifiedBy>
  <cp:revision>1</cp:revision>
  <dcterms:created xsi:type="dcterms:W3CDTF">2026-02-10T13:07:54Z</dcterms:created>
  <dcterms:modified xsi:type="dcterms:W3CDTF">2026-02-10T13:07:54Z</dcterms:modified>
</cp:coreProperties>
</file>