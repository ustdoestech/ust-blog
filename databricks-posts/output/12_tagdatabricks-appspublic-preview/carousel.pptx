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Tagged Apps for Efficiency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tags to Databricks apps to organize and categorize them.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searchability, saving you time and streamlining your workflow.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tagging your apps today!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Tagged Apps for Efficiency</dc:title>
  <dc:subject>PptxGenJS Presentation</dc:subject>
  <dc:creator>Ust @ Advancing Analytics</dc:creator>
  <cp:lastModifiedBy>Ust @ Advancing Analytics</cp:lastModifiedBy>
  <cp:revision>1</cp:revision>
  <dcterms:created xsi:type="dcterms:W3CDTF">2026-02-09T15:33:54Z</dcterms:created>
  <dcterms:modified xsi:type="dcterms:W3CDTF">2026-02-09T15:33:54Z</dcterms:modified>
</cp:coreProperties>
</file>