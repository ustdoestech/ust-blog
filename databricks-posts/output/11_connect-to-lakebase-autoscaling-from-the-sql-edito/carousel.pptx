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to Lakebase Autoscaling from the SQL edito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18, 2025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Lakebase Autoscaling (Public Preview) now supports direct connections from the SQL editor with full read-write access. SeeQuery from SQL Editor in Lakehouse.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 to Lakebase Autoscaling from the SQL edito</dc:title>
  <dc:subject>PptxGenJS Presentation</dc:subject>
  <dc:creator>Ust @ Advancing Analytics</dc:creator>
  <cp:lastModifiedBy>Ust @ Advancing Analytics</cp:lastModifiedBy>
  <cp:revision>1</cp:revision>
  <dcterms:created xsi:type="dcterms:W3CDTF">2026-02-09T14:10:13Z</dcterms:created>
  <dcterms:modified xsi:type="dcterms:W3CDTF">2026-02-09T14:10:13Z</dcterms:modified>
</cp:coreProperties>
</file>