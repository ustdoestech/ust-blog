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Change default workspace access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admins can configure new users to receive Consumer access by default using group cloning.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onboarding of consumers at scale without affecting existing users' authoring privileges.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cloning is the tool for admins to configure new users with Consumer Access by default. Existing users are moved to a new group that only grants Consumer entitlement.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Change default workspace access</dc:title>
  <dc:subject>PptxGenJS Presentation</dc:subject>
  <dc:creator>Ust. does. tech</dc:creator>
  <cp:lastModifiedBy>Ust. does. tech</cp:lastModifiedBy>
  <cp:revision>1</cp:revision>
  <dcterms:created xsi:type="dcterms:W3CDTF">2026-02-10T13:53:30Z</dcterms:created>
  <dcterms:modified xsi:type="dcterms:W3CDTF">2026-02-10T13:53:30Z</dcterms:modified>
</cp:coreProperties>
</file>