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Tags for SQL Warehouses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tags for SQL workloads on Databricks, allowing grouping, filtering and cost attribution.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Efficiently identify sources of long-running queries and allocate costs by business context.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using session configuration parameters, the SET QUERY_TAGS SQL statement or through connectors like dbt, Power BI, Tableau.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 Tags for SQL Warehouses</dc:title>
  <dc:subject>PptxGenJS Presentation</dc:subject>
  <dc:creator>Ust. does. tech</dc:creator>
  <cp:lastModifiedBy>Ust. does. tech</cp:lastModifiedBy>
  <cp:revision>1</cp:revision>
  <dcterms:created xsi:type="dcterms:W3CDTF">2026-02-10T12:49:48Z</dcterms:created>
  <dcterms:modified xsi:type="dcterms:W3CDTF">2026-02-10T12:49:48Z</dcterms:modified>
</cp:coreProperties>
</file>