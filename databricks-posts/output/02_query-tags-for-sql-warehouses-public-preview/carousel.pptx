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6858000" cy="6858000"/>
  <p:notesSz cx="6858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73152"/>
          </a:xfrm>
          <a:prstGeom prst="rect">
            <a:avLst/>
          </a:prstGeom>
          <a:solidFill>
            <a:srgbClr val="FF362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2560320" cy="411480"/>
          </a:xfrm>
          <a:prstGeom prst="roundRect">
            <a:avLst>
              <a:gd name="adj" fmla="val 33333"/>
            </a:avLst>
          </a:prstGeom>
          <a:solidFill>
            <a:srgbClr val="FF362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DATABRICKS UPDATE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5760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Tags for SQL Warehouses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56692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A0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to learn more →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ustdoes.tech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73152"/>
          </a:xfrm>
          <a:prstGeom prst="rect">
            <a:avLst/>
          </a:prstGeom>
          <a:solidFill>
            <a:srgbClr val="FFB84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94360" cy="594360"/>
          </a:xfrm>
          <a:prstGeom prst="ellipse">
            <a:avLst/>
          </a:prstGeom>
          <a:solidFill>
            <a:srgbClr val="FFB8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F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0" y="65836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spc="200" kern="0" dirty="0">
                <a:solidFill>
                  <a:srgbClr val="FFB8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IT?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760720" cy="4206240"/>
          </a:xfrm>
          <a:prstGeom prst="rect">
            <a:avLst/>
          </a:prstGeom>
          <a:solidFill>
            <a:srgbClr val="262B3D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54864" cy="4206240"/>
          </a:xfrm>
          <a:prstGeom prst="rect">
            <a:avLst/>
          </a:prstGeom>
          <a:solidFill>
            <a:srgbClr val="FFB84D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92024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custom key-value tags to SQL workloads on Databricks SQL warehouses.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3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73152"/>
          </a:xfrm>
          <a:prstGeom prst="rect">
            <a:avLst/>
          </a:prstGeom>
          <a:solidFill>
            <a:srgbClr val="5B8DEF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94360" cy="594360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0" y="65836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spc="200" kern="0" dirty="0">
                <a:solidFill>
                  <a:srgbClr val="5B8D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DOES IT MATTER?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760720" cy="4206240"/>
          </a:xfrm>
          <a:prstGeom prst="rect">
            <a:avLst/>
          </a:prstGeom>
          <a:solidFill>
            <a:srgbClr val="262B3D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54864" cy="4206240"/>
          </a:xfrm>
          <a:prstGeom prst="rect">
            <a:avLst/>
          </a:prstGeom>
          <a:solidFill>
            <a:srgbClr val="5B8DEF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92024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warehouse costs by business context and identify sources of long-running queries.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94360" cy="59436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F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0" y="65836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spc="200" kern="0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TO USE IT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760720" cy="4206240"/>
          </a:xfrm>
          <a:prstGeom prst="rect">
            <a:avLst/>
          </a:prstGeom>
          <a:solidFill>
            <a:srgbClr val="262B3D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54864" cy="42062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92024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using session configuration parameters, SQL statement, or connectors like dbt, Power BI, Tableau.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73152"/>
          </a:xfrm>
          <a:prstGeom prst="rect">
            <a:avLst/>
          </a:prstGeom>
          <a:solidFill>
            <a:srgbClr val="FF362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0"/>
            <a:ext cx="5760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 this useful?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5760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♻️  Repost to help your network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Follow for more Databricks updates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Drop a comment — what feature excites you?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54864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0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ustdoes.tech  |  @Ust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784848"/>
            <a:ext cx="6858000" cy="73152"/>
          </a:xfrm>
          <a:prstGeom prst="rect">
            <a:avLst/>
          </a:prstGeom>
          <a:solidFill>
            <a:srgbClr val="FF362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Query Tags for SQL Warehouses</dc:title>
  <dc:subject>PptxGenJS Presentation</dc:subject>
  <dc:creator>Ust @ Advancing Analytics</dc:creator>
  <cp:lastModifiedBy>Ust @ Advancing Analytics</cp:lastModifiedBy>
  <cp:revision>1</cp:revision>
  <dcterms:created xsi:type="dcterms:W3CDTF">2026-02-09T15:18:14Z</dcterms:created>
  <dcterms:modified xsi:type="dcterms:W3CDTF">2026-02-09T15:18:14Z</dcterms:modified>
</cp:coreProperties>
</file>