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apps from Git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Databricks apps directly from Git repositories without uploading files to the workspace.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your workflows and improve efficiency by eliminating manual file transfers.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repository for your app and deploy from any branch, tag, or commit. See Deploy from a Git repository.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apps from Git</dc:title>
  <dc:subject>PptxGenJS Presentation</dc:subject>
  <dc:creator>Ust @ Advancing Analytics</dc:creator>
  <cp:lastModifiedBy>Ust @ Advancing Analytics</cp:lastModifiedBy>
  <cp:revision>1</cp:revision>
  <dcterms:created xsi:type="dcterms:W3CDTF">2026-02-09T15:16:40Z</dcterms:created>
  <dcterms:modified xsi:type="dcterms:W3CDTF">2026-02-09T15:16:40Z</dcterms:modified>
</cp:coreProperties>
</file>