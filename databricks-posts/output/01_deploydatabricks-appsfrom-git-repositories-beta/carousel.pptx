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6858000" cy="6858000"/>
  <p:notesSz cx="6858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73152"/>
          </a:xfrm>
          <a:prstGeom prst="rect">
            <a:avLst/>
          </a:prstGeom>
          <a:solidFill>
            <a:srgbClr val="0A6E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2286000" cy="27432"/>
          </a:xfrm>
          <a:prstGeom prst="rect">
            <a:avLst/>
          </a:prstGeom>
          <a:solidFill>
            <a:srgbClr val="0A6E6E"/>
          </a:solidFill>
          <a:ln/>
        </p:spPr>
      </p:sp>
      <p:sp>
        <p:nvSpPr>
          <p:cNvPr id="4" name="Shape 2"/>
          <p:cNvSpPr/>
          <p:nvPr/>
        </p:nvSpPr>
        <p:spPr>
          <a:xfrm>
            <a:off x="2286000" y="73152"/>
            <a:ext cx="2286000" cy="27432"/>
          </a:xfrm>
          <a:prstGeom prst="rect">
            <a:avLst/>
          </a:prstGeom>
          <a:solidFill>
            <a:srgbClr val="4A7C6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73152"/>
            <a:ext cx="2286000" cy="274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97280"/>
            <a:ext cx="2560320" cy="411480"/>
          </a:xfrm>
          <a:prstGeom prst="roundRect">
            <a:avLst>
              <a:gd name="adj" fmla="val 33333"/>
            </a:avLst>
          </a:prstGeom>
          <a:solidFill>
            <a:srgbClr val="4A7C6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972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DATABRICKS UPDATE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760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Git-backed Deployments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56692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C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Swipe to learn more 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C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ustdoes.tech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94360" cy="59436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65836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IT?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760720" cy="4206240"/>
          </a:xfrm>
          <a:prstGeom prst="rect">
            <a:avLst/>
          </a:prstGeom>
          <a:solidFill>
            <a:srgbClr val="162738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4206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92024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8E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Databricks apps directly from Git repositories, without uploading files to the workspace.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73152"/>
          </a:xfrm>
          <a:prstGeom prst="rect">
            <a:avLst/>
          </a:prstGeom>
          <a:solidFill>
            <a:srgbClr val="0A6E6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94360" cy="594360"/>
          </a:xfrm>
          <a:prstGeom prst="ellipse">
            <a:avLst/>
          </a:prstGeom>
          <a:solidFill>
            <a:srgbClr val="0A6E6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65836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0A6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IT MATTER?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760720" cy="4206240"/>
          </a:xfrm>
          <a:prstGeom prst="rect">
            <a:avLst/>
          </a:prstGeom>
          <a:solidFill>
            <a:srgbClr val="162738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4206240"/>
          </a:xfrm>
          <a:prstGeom prst="rect">
            <a:avLst/>
          </a:prstGeom>
          <a:solidFill>
            <a:srgbClr val="0A6E6E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92024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8E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your data applications as code, reducing error-prone manual steps and streamlining deployments.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73152"/>
          </a:xfrm>
          <a:prstGeom prst="rect">
            <a:avLst/>
          </a:prstGeom>
          <a:solidFill>
            <a:srgbClr val="4A7C6F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94360" cy="594360"/>
          </a:xfrm>
          <a:prstGeom prst="ellipse">
            <a:avLst/>
          </a:prstGeom>
          <a:solidFill>
            <a:srgbClr val="4A7C6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65836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spc="200" kern="0" dirty="0">
                <a:solidFill>
                  <a:srgbClr val="4A7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IT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760720" cy="4206240"/>
          </a:xfrm>
          <a:prstGeom prst="rect">
            <a:avLst/>
          </a:prstGeom>
          <a:solidFill>
            <a:srgbClr val="162738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4206240"/>
          </a:xfrm>
          <a:prstGeom prst="rect">
            <a:avLst/>
          </a:prstGeom>
          <a:solidFill>
            <a:srgbClr val="4A7C6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92024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8E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 a repository for your app and deploy from any branch, tag, or commit.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73152"/>
          </a:xfrm>
          <a:prstGeom prst="rect">
            <a:avLst/>
          </a:prstGeom>
          <a:solidFill>
            <a:srgbClr val="0A6E6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0"/>
            <a:ext cx="5760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 this useful?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5760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8E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♻️  Repost to help your network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8E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🔔  Follow for more Databricks updates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8E4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Drop a comment — what feature excites you?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54864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C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Ust</a:t>
            </a:r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ctr" indent="0" marL="0">
              <a:buNone/>
            </a:pPr>
            <a:r>
              <a:rPr lang="en-US" sz="1400" dirty="0">
                <a:solidFill>
                  <a:srgbClr val="6B7C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does.tech  |  @Ust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784848"/>
            <a:ext cx="6858000" cy="73152"/>
          </a:xfrm>
          <a:prstGeom prst="rect">
            <a:avLst/>
          </a:prstGeom>
          <a:solidFill>
            <a:srgbClr val="0A6E6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Git-backed Deployments</dc:title>
  <dc:subject>PptxGenJS Presentation</dc:subject>
  <dc:creator>Ust. does. tech</dc:creator>
  <cp:lastModifiedBy>Ust. does. tech</cp:lastModifiedBy>
  <cp:revision>1</cp:revision>
  <dcterms:created xsi:type="dcterms:W3CDTF">2026-02-10T12:47:02Z</dcterms:created>
  <dcterms:modified xsi:type="dcterms:W3CDTF">2026-02-10T12:47:02Z</dcterms:modified>
</cp:coreProperties>
</file>