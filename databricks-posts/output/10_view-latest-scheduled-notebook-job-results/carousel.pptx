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Latest Scheduled Job Results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results of your latest scheduled notebook job directly in your notebook.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up-to-date with your work and save time on manual checks.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run your notebook or check your dashboard to see the latest results.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Latest Scheduled Job Results</dc:title>
  <dc:subject>PptxGenJS Presentation</dc:subject>
  <dc:creator>Ust @ Advancing Analytics</dc:creator>
  <cp:lastModifiedBy>Ust @ Advancing Analytics</cp:lastModifiedBy>
  <cp:revision>1</cp:revision>
  <dcterms:created xsi:type="dcterms:W3CDTF">2026-02-09T14:09:08Z</dcterms:created>
  <dcterms:modified xsi:type="dcterms:W3CDTF">2026-02-09T14:09:08Z</dcterms:modified>
</cp:coreProperties>
</file>