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097280"/>
            <a:ext cx="2560320" cy="411480"/>
          </a:xfrm>
          <a:prstGeom prst="roundRect">
            <a:avLst>
              <a:gd name="adj" fmla="val 33333"/>
            </a:avLst>
          </a:prstGeom>
          <a:solidFill>
            <a:srgbClr val="FF362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DATABRICKS UPDATE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760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Genie Enhancements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56692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to learn more 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FFB84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FB8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IT?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Sample data tab, starter questions for Research Agent, landing page redesign.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5B8D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DOES IT MATTER?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Simplifies exploration, boosts productivity, enhances understanding of spaces.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USE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out the new features in your Databricks workspace today!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 this useful?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♻️  Repost to help your network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Follow for more Databricks updates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Drop a comment — what feature excites you?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  |  @Ust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Genie Enhancements</dc:title>
  <dc:subject>PptxGenJS Presentation</dc:subject>
  <dc:creator>Ust @ Advancing Analytics</dc:creator>
  <cp:lastModifiedBy>Ust @ Advancing Analytics</cp:lastModifiedBy>
  <cp:revision>1</cp:revision>
  <dcterms:created xsi:type="dcterms:W3CDTF">2026-02-09T16:04:03Z</dcterms:created>
  <dcterms:modified xsi:type="dcterms:W3CDTF">2026-02-09T16:04:03Z</dcterms:modified>
</cp:coreProperties>
</file>