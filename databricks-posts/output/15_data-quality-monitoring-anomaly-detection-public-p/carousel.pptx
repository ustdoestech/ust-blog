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 for Data Quality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feature that learns from historical data patterns to detect quality anomalies at the schema level.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Helps teams maintain accuracy and trust in insights by spotting anomalies early.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at schema level, consolidate health into a single system table, use new UI for tracking.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Anomaly Detection for Data Quality</dc:title>
  <dc:subject>PptxGenJS Presentation</dc:subject>
  <dc:creator>Ust. does. tech</dc:creator>
  <cp:lastModifiedBy>Ust. does. tech</cp:lastModifiedBy>
  <cp:revision>1</cp:revision>
  <dcterms:created xsi:type="dcterms:W3CDTF">2026-02-10T13:13:07Z</dcterms:created>
  <dcterms:modified xsi:type="dcterms:W3CDTF">2026-02-10T13:13:07Z</dcterms:modified>
</cp:coreProperties>
</file>