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[AI/BI] Streamlined Results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complete Databricks Genie result sets up to about 1 GB using a new API endpoint.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data analysis easier and more efficient for data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new API endpoint in your workflows to download results seamlessly.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Streamlined Results</dc:title>
  <dc:subject>PptxGenJS Presentation</dc:subject>
  <dc:creator>Ust. does. tech</dc:creator>
  <cp:lastModifiedBy>Ust. does. tech</cp:lastModifiedBy>
  <cp:revision>1</cp:revision>
  <dcterms:created xsi:type="dcterms:W3CDTF">2026-02-10T13:23:47Z</dcterms:created>
  <dcterms:modified xsi:type="dcterms:W3CDTF">2026-02-10T13:23:47Z</dcterms:modified>
</cp:coreProperties>
</file>