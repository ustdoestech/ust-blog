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6858000" cy="6858000"/>
  <p:notesSz cx="6858000" cy="685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1F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858000" cy="73152"/>
          </a:xfrm>
          <a:prstGeom prst="rect">
            <a:avLst/>
          </a:prstGeom>
          <a:solidFill>
            <a:srgbClr val="FF3621"/>
          </a:solidFill>
          <a:ln/>
        </p:spPr>
      </p:sp>
      <p:sp>
        <p:nvSpPr>
          <p:cNvPr id="3" name="Shape 1"/>
          <p:cNvSpPr/>
          <p:nvPr/>
        </p:nvSpPr>
        <p:spPr>
          <a:xfrm>
            <a:off x="548640" y="1097280"/>
            <a:ext cx="2560320" cy="411480"/>
          </a:xfrm>
          <a:prstGeom prst="roundRect">
            <a:avLst>
              <a:gd name="adj" fmla="val 33333"/>
            </a:avLst>
          </a:prstGeom>
          <a:solidFill>
            <a:srgbClr val="FF3621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097280"/>
            <a:ext cx="2560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spc="300" kern="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DATABRICKS UPDATE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48640" y="1920240"/>
            <a:ext cx="5760720" cy="2560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3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Secure Workspace Access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548640" y="5669280"/>
            <a:ext cx="5760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i="1" dirty="0">
                <a:solidFill>
                  <a:srgbClr val="A0A4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Swipe to learn more →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48640" y="6126480"/>
            <a:ext cx="5760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A0A4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ustdoes.tech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B1F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858000" cy="73152"/>
          </a:xfrm>
          <a:prstGeom prst="rect">
            <a:avLst/>
          </a:prstGeom>
          <a:solidFill>
            <a:srgbClr val="FFB84D"/>
          </a:solidFill>
          <a:ln/>
        </p:spPr>
      </p:sp>
      <p:sp>
        <p:nvSpPr>
          <p:cNvPr id="3" name="Shape 1"/>
          <p:cNvSpPr/>
          <p:nvPr/>
        </p:nvSpPr>
        <p:spPr>
          <a:xfrm>
            <a:off x="548640" y="640080"/>
            <a:ext cx="594360" cy="594360"/>
          </a:xfrm>
          <a:prstGeom prst="ellipse">
            <a:avLst/>
          </a:prstGeom>
          <a:solidFill>
            <a:srgbClr val="FFB84D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64008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B1F2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1371600" y="658368"/>
            <a:ext cx="4937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b="1" spc="200" kern="0" dirty="0">
                <a:solidFill>
                  <a:srgbClr val="FFB8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WHAT IS IT?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548640" y="1645920"/>
            <a:ext cx="5760720" cy="4206240"/>
          </a:xfrm>
          <a:prstGeom prst="rect">
            <a:avLst/>
          </a:prstGeom>
          <a:solidFill>
            <a:srgbClr val="262B3D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48640" y="1645920"/>
            <a:ext cx="54864" cy="4206240"/>
          </a:xfrm>
          <a:prstGeom prst="rect">
            <a:avLst/>
          </a:prstGeom>
          <a:solidFill>
            <a:srgbClr val="FFB84D"/>
          </a:solidFill>
          <a:ln/>
        </p:spPr>
      </p:sp>
      <p:sp>
        <p:nvSpPr>
          <p:cNvPr id="8" name="Text 6"/>
          <p:cNvSpPr/>
          <p:nvPr/>
        </p:nvSpPr>
        <p:spPr>
          <a:xfrm>
            <a:off x="1005840" y="1920240"/>
            <a:ext cx="50292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800" dirty="0">
                <a:solidFill>
                  <a:srgbClr val="F0F0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Context-based ingress control lets you set rules based on who, where, and what can access your Databricks workspace.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548640" y="6126480"/>
            <a:ext cx="5760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A0A4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/ 3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B1F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858000" cy="73152"/>
          </a:xfrm>
          <a:prstGeom prst="rect">
            <a:avLst/>
          </a:prstGeom>
          <a:solidFill>
            <a:srgbClr val="5B8DEF"/>
          </a:solidFill>
          <a:ln/>
        </p:spPr>
      </p:sp>
      <p:sp>
        <p:nvSpPr>
          <p:cNvPr id="3" name="Shape 1"/>
          <p:cNvSpPr/>
          <p:nvPr/>
        </p:nvSpPr>
        <p:spPr>
          <a:xfrm>
            <a:off x="548640" y="640080"/>
            <a:ext cx="594360" cy="594360"/>
          </a:xfrm>
          <a:prstGeom prst="ellipse">
            <a:avLst/>
          </a:prstGeom>
          <a:solidFill>
            <a:srgbClr val="5B8DEF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64008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1371600" y="658368"/>
            <a:ext cx="4937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b="1" spc="200" kern="0" dirty="0">
                <a:solidFill>
                  <a:srgbClr val="5B8DE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WHY DOES IT MATTER?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548640" y="1645920"/>
            <a:ext cx="5760720" cy="4206240"/>
          </a:xfrm>
          <a:prstGeom prst="rect">
            <a:avLst/>
          </a:prstGeom>
          <a:solidFill>
            <a:srgbClr val="262B3D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48640" y="1645920"/>
            <a:ext cx="54864" cy="4206240"/>
          </a:xfrm>
          <a:prstGeom prst="rect">
            <a:avLst/>
          </a:prstGeom>
          <a:solidFill>
            <a:srgbClr val="5B8DEF"/>
          </a:solidFill>
          <a:ln/>
        </p:spPr>
      </p:sp>
      <p:sp>
        <p:nvSpPr>
          <p:cNvPr id="8" name="Text 6"/>
          <p:cNvSpPr/>
          <p:nvPr/>
        </p:nvSpPr>
        <p:spPr>
          <a:xfrm>
            <a:off x="1005840" y="1920240"/>
            <a:ext cx="50292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800" dirty="0">
                <a:solidFill>
                  <a:srgbClr val="F0F0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Ensure only trusted combinations of identity, request type, and network source can reach your workspace for enhanced security.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548640" y="6126480"/>
            <a:ext cx="5760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A0A4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3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B1F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858000" cy="73152"/>
          </a:xfrm>
          <a:prstGeom prst="rect">
            <a:avLst/>
          </a:prstGeom>
          <a:solidFill>
            <a:srgbClr val="00D4AA"/>
          </a:solidFill>
          <a:ln/>
        </p:spPr>
      </p:sp>
      <p:sp>
        <p:nvSpPr>
          <p:cNvPr id="3" name="Shape 1"/>
          <p:cNvSpPr/>
          <p:nvPr/>
        </p:nvSpPr>
        <p:spPr>
          <a:xfrm>
            <a:off x="548640" y="640080"/>
            <a:ext cx="594360" cy="594360"/>
          </a:xfrm>
          <a:prstGeom prst="ellipse">
            <a:avLst/>
          </a:prstGeom>
          <a:solidFill>
            <a:srgbClr val="00D4AA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64008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B1F2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1371600" y="658368"/>
            <a:ext cx="4937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b="1" spc="200" kern="0" dirty="0">
                <a:solidFill>
                  <a:srgbClr val="00D4A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HOW TO USE IT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548640" y="1645920"/>
            <a:ext cx="5760720" cy="4206240"/>
          </a:xfrm>
          <a:prstGeom prst="rect">
            <a:avLst/>
          </a:prstGeom>
          <a:solidFill>
            <a:srgbClr val="262B3D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48640" y="1645920"/>
            <a:ext cx="54864" cy="4206240"/>
          </a:xfrm>
          <a:prstGeom prst="rect">
            <a:avLst/>
          </a:prstGeom>
          <a:solidFill>
            <a:srgbClr val="00D4AA"/>
          </a:solidFill>
          <a:ln/>
        </p:spPr>
      </p:sp>
      <p:sp>
        <p:nvSpPr>
          <p:cNvPr id="8" name="Text 6"/>
          <p:cNvSpPr/>
          <p:nvPr/>
        </p:nvSpPr>
        <p:spPr>
          <a:xfrm>
            <a:off x="1005840" y="1920240"/>
            <a:ext cx="50292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800" dirty="0">
                <a:solidFill>
                  <a:srgbClr val="F0F0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 by setting up policies that define allow and deny rules for specific combinations of callers, locations, and resources.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548640" y="6126480"/>
            <a:ext cx="5760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A0A4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3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B1F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858000" cy="73152"/>
          </a:xfrm>
          <a:prstGeom prst="rect">
            <a:avLst/>
          </a:prstGeom>
          <a:solidFill>
            <a:srgbClr val="FF3621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645920"/>
            <a:ext cx="57607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Found this useful?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548640" y="2926080"/>
            <a:ext cx="576072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800" dirty="0">
                <a:solidFill>
                  <a:srgbClr val="F0F0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♻️  Repost to help your network</a:t>
            </a:r>
            <a:endParaRPr lang="en-US" sz="1800" dirty="0"/>
          </a:p>
          <a:p>
            <a:pPr algn="ctr" indent="0" marL="0">
              <a:lnSpc>
                <a:spcPct val="130000"/>
              </a:lnSpc>
              <a:buNone/>
            </a:pPr>
            <a:endParaRPr lang="en-US" sz="18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800" dirty="0">
                <a:solidFill>
                  <a:srgbClr val="F0F0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🔔  Follow for more Databricks updates</a:t>
            </a:r>
            <a:endParaRPr lang="en-US" sz="1800" dirty="0"/>
          </a:p>
          <a:p>
            <a:pPr algn="ctr" indent="0" marL="0">
              <a:lnSpc>
                <a:spcPct val="130000"/>
              </a:lnSpc>
              <a:buNone/>
            </a:pPr>
            <a:endParaRPr lang="en-US" sz="18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800" dirty="0">
                <a:solidFill>
                  <a:srgbClr val="F0F0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💬  Drop a comment — what feature excites you?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548640" y="5486400"/>
            <a:ext cx="5760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A0A4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ustdoes.tech  |  @Ust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0" y="6784848"/>
            <a:ext cx="6858000" cy="73152"/>
          </a:xfrm>
          <a:prstGeom prst="rect">
            <a:avLst/>
          </a:prstGeom>
          <a:solidFill>
            <a:srgbClr val="FF3621"/>
          </a:solidFill>
          <a:ln/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Secure Workspace Access</dc:title>
  <dc:subject>PptxGenJS Presentation</dc:subject>
  <dc:creator>Ust @ Advancing Analytics</dc:creator>
  <cp:lastModifiedBy>Ust @ Advancing Analytics</cp:lastModifiedBy>
  <cp:revision>1</cp:revision>
  <dcterms:created xsi:type="dcterms:W3CDTF">2026-02-09T14:11:46Z</dcterms:created>
  <dcterms:modified xsi:type="dcterms:W3CDTF">2026-02-09T14:11:46Z</dcterms:modified>
</cp:coreProperties>
</file>