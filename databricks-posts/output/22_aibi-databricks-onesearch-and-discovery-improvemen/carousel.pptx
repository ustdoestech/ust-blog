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Streamlined Databricks Apps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out inactives, find dashboard widget titles, and more.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productivity by finding what you need, faster.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or exclude inactive apps, search dashboard titles, use certified and favourites for boosted rankings.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Streamlined Databricks Apps</dc:title>
  <dc:subject>PptxGenJS Presentation</dc:subject>
  <dc:creator>Ust. does. tech</dc:creator>
  <cp:lastModifiedBy>Ust. does. tech</cp:lastModifiedBy>
  <cp:revision>1</cp:revision>
  <dcterms:created xsi:type="dcterms:W3CDTF">2026-02-10T13:25:41Z</dcterms:created>
  <dcterms:modified xsi:type="dcterms:W3CDTF">2026-02-10T13:25:41Z</dcterms:modified>
</cp:coreProperties>
</file>