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Model Hosting for Genie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now uses models hosted in the same region for workspaces inap-northeast-1(Tokyo) andap-northeast-2(Seoul).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cross-Geo processing means faster, more efficient data processing right where we are.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about the availability of Designated Services in each Geo for more information on which features require cross-geo processing.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Model Hosting for Genie</dc:title>
  <dc:subject>PptxGenJS Presentation</dc:subject>
  <dc:creator>Ust @ Advancing Analytics</dc:creator>
  <cp:lastModifiedBy>Ust @ Advancing Analytics</cp:lastModifiedBy>
  <cp:revision>1</cp:revision>
  <dcterms:created xsi:type="dcterms:W3CDTF">2026-02-09T15:32:43Z</dcterms:created>
  <dcterms:modified xsi:type="dcterms:W3CDTF">2026-02-09T15:32:43Z</dcterms:modified>
</cp:coreProperties>
</file>